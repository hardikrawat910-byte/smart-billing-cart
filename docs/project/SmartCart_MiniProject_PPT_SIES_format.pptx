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Masters/slideMaster4.xml" ContentType="application/vnd.openxmlformats-officedocument.presentationml.slideMaster+xml"/>
  <Override PartName="/ppt/slideMasters/slideMaster5.xml" ContentType="application/vnd.openxmlformats-officedocument.presentationml.slideMaster+xml"/>
  <Override PartName="/ppt/slideMasters/slideMaster6.xml" ContentType="application/vnd.openxmlformats-officedocument.presentationml.slideMaster+xml"/>
  <Override PartName="/ppt/slideMasters/slideMaster7.xml" ContentType="application/vnd.openxmlformats-officedocument.presentationml.slideMaster+xml"/>
  <Override PartName="/ppt/slideMasters/slideMaster8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theme/theme4.xml" ContentType="application/vnd.openxmlformats-officedocument.theme+xml"/>
  <Override PartName="/ppt/theme/theme5.xml" ContentType="application/vnd.openxmlformats-officedocument.theme+xml"/>
  <Override PartName="/ppt/theme/theme6.xml" ContentType="application/vnd.openxmlformats-officedocument.theme+xml"/>
  <Override PartName="/ppt/theme/theme7.xml" ContentType="application/vnd.openxmlformats-officedocument.theme+xml"/>
  <Override PartName="/ppt/theme/theme8.xml" ContentType="application/vnd.openxmlformats-officedocument.theme+xml"/>
  <Override PartName="/ppt/theme/theme9.xml" ContentType="application/vnd.openxmlformats-officedocument.theme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  <p:sldMasterId id="2147483650" r:id="rId3"/>
    <p:sldMasterId id="2147483652" r:id="rId4"/>
    <p:sldMasterId id="2147483653" r:id="rId5"/>
    <p:sldMasterId id="2147483654" r:id="rId6"/>
    <p:sldMasterId id="2147483655" r:id="rId7"/>
    <p:sldMasterId id="2147483656" r:id="rId8"/>
    <p:sldMasterId id="2147483657" r:id="rId9"/>
  </p:sldMasterIdLst>
  <p:notesMasterIdLst>
    <p:notesMasterId r:id="rId10"/>
  </p:notesMasterIdLst>
  <p:sldIdLst>
    <p:sldId id="256" r:id="rId11"/>
    <p:sldId id="257" r:id="rId12"/>
    <p:sldId id="259" r:id="rId15"/>
    <p:sldId id="260" r:id="rId16"/>
    <p:sldId id="261" r:id="rId17"/>
    <p:sldId id="262" r:id="rId18"/>
    <p:sldId id="263" r:id="rId19"/>
    <p:sldId id="264" r:id="rId20"/>
    <p:sldId id="265" r:id="rId21"/>
    <p:sldId id="266" r:id="rId22"/>
    <p:sldId id="267" r:id="rId23"/>
    <p:sldId id="268" r:id="rId24"/>
  </p:sldIdLst>
  <p:sldSz cx="9144000" cy="6858000"/>
  <p:notesSz cx="6858000" cy="9144000"/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/>
</p:presentation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slideMaster" Target="slideMasters/slideMaster2.xml"/><Relationship Id="rId4" Type="http://schemas.openxmlformats.org/officeDocument/2006/relationships/slideMaster" Target="slideMasters/slideMaster3.xml"/><Relationship Id="rId5" Type="http://schemas.openxmlformats.org/officeDocument/2006/relationships/slideMaster" Target="slideMasters/slideMaster4.xml"/><Relationship Id="rId6" Type="http://schemas.openxmlformats.org/officeDocument/2006/relationships/slideMaster" Target="slideMasters/slideMaster5.xml"/><Relationship Id="rId7" Type="http://schemas.openxmlformats.org/officeDocument/2006/relationships/slideMaster" Target="slideMasters/slideMaster6.xml"/><Relationship Id="rId8" Type="http://schemas.openxmlformats.org/officeDocument/2006/relationships/slideMaster" Target="slideMasters/slideMaster7.xml"/><Relationship Id="rId9" Type="http://schemas.openxmlformats.org/officeDocument/2006/relationships/slideMaster" Target="slideMasters/slideMaster8.xml"/><Relationship Id="rId10" Type="http://schemas.openxmlformats.org/officeDocument/2006/relationships/notesMaster" Target="notesMasters/notesMaster1.xml"/><Relationship Id="rId11" Type="http://schemas.openxmlformats.org/officeDocument/2006/relationships/slide" Target="slides/slide1.xml"/><Relationship Id="rId12" Type="http://schemas.openxmlformats.org/officeDocument/2006/relationships/slide" Target="slides/slide2.xml"/><Relationship Id="rId14" Type="http://schemas.openxmlformats.org/officeDocument/2006/relationships/presProps" Target="presProps.xml"/><Relationship Id="rId15" Type="http://schemas.openxmlformats.org/officeDocument/2006/relationships/slide" Target="slides/slide3.xml"/><Relationship Id="rId16" Type="http://schemas.openxmlformats.org/officeDocument/2006/relationships/slide" Target="slides/slide4.xml"/><Relationship Id="rId17" Type="http://schemas.openxmlformats.org/officeDocument/2006/relationships/slide" Target="slides/slide5.xml"/><Relationship Id="rId18" Type="http://schemas.openxmlformats.org/officeDocument/2006/relationships/slide" Target="slides/slide6.xml"/><Relationship Id="rId19" Type="http://schemas.openxmlformats.org/officeDocument/2006/relationships/slide" Target="slides/slide7.xml"/><Relationship Id="rId20" Type="http://schemas.openxmlformats.org/officeDocument/2006/relationships/slide" Target="slides/slide8.xml"/><Relationship Id="rId21" Type="http://schemas.openxmlformats.org/officeDocument/2006/relationships/slide" Target="slides/slide9.xml"/><Relationship Id="rId22" Type="http://schemas.openxmlformats.org/officeDocument/2006/relationships/slide" Target="slides/slide10.xml"/><Relationship Id="rId23" Type="http://schemas.openxmlformats.org/officeDocument/2006/relationships/slide" Target="slides/slide11.xml"/><Relationship Id="rId24" Type="http://schemas.openxmlformats.org/officeDocument/2006/relationships/slide" Target="slides/slide12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9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"/>
          <p:cNvSpPr/>
          <p:nvPr/>
        </p:nvSpPr>
        <p:spPr>
          <a:xfrm>
            <a:off x="0" y="0"/>
            <a:ext cx="6858000" cy="9144000"/>
          </a:xfrm>
          <a:prstGeom prst="rect">
            <a:avLst/>
          </a:prstGeom>
          <a:solidFill>
            <a:srgbClr val="ffffff"/>
          </a:solidFill>
          <a:ln w="0">
            <a:noFill/>
          </a:ln>
        </p:spPr>
        <p:txBody>
          <a:bodyPr lIns="90000" rIns="90000" tIns="45000" bIns="45000" anchor="ctr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3" name="PlaceHolder 1"/>
          <p:cNvSpPr>
            <a:spLocks noGrp="1"/>
          </p:cNvSpPr>
          <p:nvPr>
            <p:ph type="hdr"/>
          </p:nvPr>
        </p:nvSpPr>
        <p:spPr>
          <a:xfrm>
            <a:off x="-360" y="0"/>
            <a:ext cx="2971800" cy="4572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p>
            <a:pPr indent="0">
              <a:buNone/>
            </a:pPr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84" name="PlaceHolder 2"/>
          <p:cNvSpPr>
            <a:spLocks noGrp="1"/>
          </p:cNvSpPr>
          <p:nvPr>
            <p:ph type="dt" idx="25"/>
          </p:nvPr>
        </p:nvSpPr>
        <p:spPr>
          <a:xfrm>
            <a:off x="3884400" y="0"/>
            <a:ext cx="2971800" cy="4572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 marL="216000" indent="0" algn="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en-US" sz="12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marL="216000" indent="0" algn="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1200" spc="-1" strike="noStrike">
                <a:solidFill>
                  <a:srgbClr val="000000"/>
                </a:solidFill>
                <a:latin typeface="Times New Roman"/>
              </a:rPr>
              <a:t>&lt;date/time&gt;</a:t>
            </a:r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85" name="PlaceHolder 3"/>
          <p:cNvSpPr>
            <a:spLocks noGrp="1"/>
          </p:cNvSpPr>
          <p:nvPr>
            <p:ph type="sldImg"/>
          </p:nvPr>
        </p:nvSpPr>
        <p:spPr>
          <a:xfrm>
            <a:off x="1143000" y="685440"/>
            <a:ext cx="4572000" cy="3429000"/>
          </a:xfrm>
          <a:prstGeom prst="rect">
            <a:avLst/>
          </a:prstGeom>
          <a:noFill/>
          <a:ln w="12600">
            <a:solidFill>
              <a:srgbClr val="000000"/>
            </a:solidFill>
            <a:miter/>
          </a:ln>
        </p:spPr>
        <p:txBody>
          <a:bodyPr lIns="90000" rIns="90000" tIns="46800" bIns="46800" anchor="ctr">
            <a:noAutofit/>
          </a:bodyPr>
          <a:p>
            <a:pPr indent="0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en-US" sz="4100" spc="-1" strike="noStrike">
                <a:solidFill>
                  <a:srgbClr val="464646"/>
                </a:solidFill>
                <a:latin typeface="Lucida Sans Unicode"/>
              </a:rPr>
              <a:t>Click to move the slide</a:t>
            </a:r>
            <a:endParaRPr b="1" lang="en-US" sz="4100" spc="-1" strike="noStrike">
              <a:solidFill>
                <a:srgbClr val="464646"/>
              </a:solidFill>
              <a:latin typeface="Lucida Sans Unicode"/>
            </a:endParaRPr>
          </a:p>
        </p:txBody>
      </p:sp>
      <p:sp>
        <p:nvSpPr>
          <p:cNvPr id="86" name="PlaceHolder 4"/>
          <p:cNvSpPr>
            <a:spLocks noGrp="1"/>
          </p:cNvSpPr>
          <p:nvPr>
            <p:ph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p>
            <a:pPr indent="0">
              <a:spcBef>
                <a:spcPts val="451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1200" spc="-1" strike="noStrike">
                <a:solidFill>
                  <a:srgbClr val="000000"/>
                </a:solidFill>
                <a:latin typeface="Calibri"/>
              </a:rPr>
              <a:t>Click to edit the notes format</a:t>
            </a:r>
            <a:endParaRPr b="0" lang="en-US" sz="12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87" name="PlaceHolder 5"/>
          <p:cNvSpPr>
            <a:spLocks noGrp="1"/>
          </p:cNvSpPr>
          <p:nvPr>
            <p:ph type="ftr" idx="26"/>
          </p:nvPr>
        </p:nvSpPr>
        <p:spPr>
          <a:xfrm>
            <a:off x="-360" y="8685360"/>
            <a:ext cx="2971800" cy="4572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b">
            <a:noAutofit/>
          </a:bodyPr>
          <a:p>
            <a:pPr indent="0">
              <a:buNone/>
            </a:pPr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88" name="PlaceHolder 6"/>
          <p:cNvSpPr>
            <a:spLocks noGrp="1"/>
          </p:cNvSpPr>
          <p:nvPr>
            <p:ph type="sldNum" idx="27"/>
          </p:nvPr>
        </p:nvSpPr>
        <p:spPr>
          <a:xfrm>
            <a:off x="3884400" y="8685360"/>
            <a:ext cx="2971800" cy="4572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b">
            <a:noAutofit/>
          </a:bodyPr>
          <a:lstStyle>
            <a:lvl1pPr marL="216000" indent="0" algn="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en-US" sz="12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marL="216000" indent="0" algn="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fld id="{9FB9FDEF-BF7D-47B8-8D8A-37AB050DA9E2}" type="slidenum">
              <a:rPr b="0" lang="en-US" sz="1200" spc="-1" strike="noStrike">
                <a:solidFill>
                  <a:srgbClr val="000000"/>
                </a:solidFill>
                <a:latin typeface="Times New Roman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slide" Target="../slides/slide1.xml"/><Relationship Id="rId2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PlaceHolder 1"/>
          <p:cNvSpPr>
            <a:spLocks noGrp="1"/>
          </p:cNvSpPr>
          <p:nvPr>
            <p:ph type="sldImg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ln w="0">
            <a:noFill/>
          </a:ln>
        </p:spPr>
      </p:sp>
      <p:sp>
        <p:nvSpPr>
          <p:cNvPr id="106" name="PlaceHolder 2"/>
          <p:cNvSpPr>
            <a:spLocks noGrp="1"/>
          </p:cNvSpPr>
          <p:nvPr>
            <p:ph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indent="0">
              <a:spcBef>
                <a:spcPts val="451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US" sz="12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07" name="Slide Number Placeholder 3"/>
          <p:cNvSpPr/>
          <p:nvPr/>
        </p:nvSpPr>
        <p:spPr>
          <a:xfrm>
            <a:off x="3884760" y="8685360"/>
            <a:ext cx="2971800" cy="457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b">
            <a:noAutofit/>
          </a:bodyPr>
          <a:p>
            <a:pPr algn="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fld id="{1AD1FA23-D449-4D72-9014-5EC902FCE4B4}" type="slidenum">
              <a:rPr b="0" lang="en-US" sz="1200" spc="-1" strike="noStrike">
                <a:solidFill>
                  <a:srgbClr val="000000"/>
                </a:solidFill>
                <a:latin typeface="Arial"/>
                <a:ea typeface="Arial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Defau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E0CBC369-DE5D-42B5-BD1A-5FD298FB9BEA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Title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6758D295-F6A3-46CC-9347-0CA38A71B469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slideLayout" Target="../slideLayouts/slideLayout1.xml"/></Relationships>
</file>

<file path=ppt/slideMasters/_rels/slideMaster2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Relationship Id="rId2" Type="http://schemas.openxmlformats.org/officeDocument/2006/relationships/image" Target="../media/image3.png"/><Relationship Id="rId3" Type="http://schemas.openxmlformats.org/officeDocument/2006/relationships/image" Target="../media/image4.png"/><Relationship Id="rId4" Type="http://schemas.openxmlformats.org/officeDocument/2006/relationships/slideLayout" Target="../slideLayouts/slideLayout2.xml"/></Relationships>
</file>

<file path=ppt/slideMasters/_rels/slideMaster3.xml.rels><?xml version='1.0' encoding='UTF-8' standalone='yes'?>
<Relationships xmlns="http://schemas.openxmlformats.org/package/2006/relationships"><Relationship Id="rId1" Type="http://schemas.openxmlformats.org/officeDocument/2006/relationships/theme" Target="../theme/theme3.xml"/><Relationship Id="rId2" Type="http://schemas.openxmlformats.org/officeDocument/2006/relationships/image" Target="../media/image5.jpeg"/><Relationship Id="rId3" Type="http://schemas.openxmlformats.org/officeDocument/2006/relationships/image" Target="../media/image1.png"/><Relationship Id="rId4" Type="http://schemas.openxmlformats.org/officeDocument/2006/relationships/image" Target="../media/image2.png"/></Relationships>
</file>

<file path=ppt/slideMasters/_rels/slideMaster4.xml.rels><?xml version='1.0' encoding='UTF-8' standalone='yes'?>
<Relationships xmlns="http://schemas.openxmlformats.org/package/2006/relationships"><Relationship Id="rId1" Type="http://schemas.openxmlformats.org/officeDocument/2006/relationships/theme" Target="../theme/theme4.xml"/><Relationship Id="rId2" Type="http://schemas.openxmlformats.org/officeDocument/2006/relationships/image" Target="../media/image5.jpeg"/><Relationship Id="rId3" Type="http://schemas.openxmlformats.org/officeDocument/2006/relationships/image" Target="../media/image1.png"/><Relationship Id="rId4" Type="http://schemas.openxmlformats.org/officeDocument/2006/relationships/image" Target="../media/image2.png"/></Relationships>
</file>

<file path=ppt/slideMasters/_rels/slideMaster5.xml.rels><?xml version='1.0' encoding='UTF-8' standalone='yes'?>
<Relationships xmlns="http://schemas.openxmlformats.org/package/2006/relationships"><Relationship Id="rId1" Type="http://schemas.openxmlformats.org/officeDocument/2006/relationships/theme" Target="../theme/theme5.xml"/><Relationship Id="rId2" Type="http://schemas.openxmlformats.org/officeDocument/2006/relationships/image" Target="../media/image6.jpeg"/></Relationships>
</file>

<file path=ppt/slideMasters/_rels/slideMaster6.xml.rels><?xml version='1.0' encoding='UTF-8' standalone='yes'?>
<Relationships xmlns="http://schemas.openxmlformats.org/package/2006/relationships"><Relationship Id="rId1" Type="http://schemas.openxmlformats.org/officeDocument/2006/relationships/theme" Target="../theme/theme6.xml"/><Relationship Id="rId2" Type="http://schemas.openxmlformats.org/officeDocument/2006/relationships/image" Target="../media/image5.jpeg"/><Relationship Id="rId3" Type="http://schemas.openxmlformats.org/officeDocument/2006/relationships/image" Target="../media/image1.png"/><Relationship Id="rId4" Type="http://schemas.openxmlformats.org/officeDocument/2006/relationships/image" Target="../media/image2.png"/></Relationships>
</file>

<file path=ppt/slideMasters/_rels/slideMaster7.xml.rels><?xml version='1.0' encoding='UTF-8' standalone='yes'?>
<Relationships xmlns="http://schemas.openxmlformats.org/package/2006/relationships"><Relationship Id="rId1" Type="http://schemas.openxmlformats.org/officeDocument/2006/relationships/theme" Target="../theme/theme7.xml"/><Relationship Id="rId2" Type="http://schemas.openxmlformats.org/officeDocument/2006/relationships/image" Target="../media/image6.jpeg"/></Relationships>
</file>

<file path=ppt/slideMasters/_rels/slideMaster8.xml.rels><?xml version='1.0' encoding='UTF-8' standalone='yes'?>
<Relationships xmlns="http://schemas.openxmlformats.org/package/2006/relationships"><Relationship Id="rId1" Type="http://schemas.openxmlformats.org/officeDocument/2006/relationships/theme" Target="../theme/theme8.xml"/><Relationship Id="rId2" Type="http://schemas.openxmlformats.org/officeDocument/2006/relationships/image" Target="../media/image5.jpeg"/><Relationship Id="rId3" Type="http://schemas.openxmlformats.org/officeDocument/2006/relationships/image" Target="../media/image1.png"/><Relationship Id="rId4" Type="http://schemas.openxmlformats.org/officeDocument/2006/relationships/image" Target="../media/image2.png"/>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0" name="Freeform 12"/>
          <p:cNvSpPr/>
          <p:nvPr/>
        </p:nvSpPr>
        <p:spPr>
          <a:xfrm>
            <a:off x="716040" y="5002200"/>
            <a:ext cx="3801960" cy="1442880"/>
          </a:xfrm>
          <a:custGeom>
            <a:avLst/>
            <a:gdLst>
              <a:gd name="textAreaLeft" fmla="*/ 0 w 3801960"/>
              <a:gd name="textAreaRight" fmla="*/ 3802320 w 3801960"/>
              <a:gd name="textAreaTop" fmla="*/ 0 h 1442880"/>
              <a:gd name="textAreaBottom" fmla="*/ 1443240 h 1442880"/>
            </a:gdLst>
            <a:ahLst/>
            <a:rect l="textAreaLeft" t="textAreaTop" r="textAreaRight" b="textAreaBottom"/>
            <a:pathLst>
              <a:path w="5760" h="528">
                <a:moveTo>
                  <a:pt x="-329" y="347"/>
                </a:moveTo>
                <a:lnTo>
                  <a:pt x="7156" y="682"/>
                </a:lnTo>
                <a:lnTo>
                  <a:pt x="5229" y="682"/>
                </a:lnTo>
                <a:lnTo>
                  <a:pt x="-328" y="345"/>
                </a:lnTo>
              </a:path>
            </a:pathLst>
          </a:custGeom>
          <a:solidFill>
            <a:srgbClr val="9fcbdc">
              <a:alpha val="40000"/>
            </a:srgbClr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" name="Freeform 11"/>
          <p:cNvSpPr/>
          <p:nvPr/>
        </p:nvSpPr>
        <p:spPr>
          <a:xfrm>
            <a:off x="-54000" y="5784840"/>
            <a:ext cx="3801960" cy="838080"/>
          </a:xfrm>
          <a:custGeom>
            <a:avLst/>
            <a:gdLst>
              <a:gd name="textAreaLeft" fmla="*/ 0 w 3801960"/>
              <a:gd name="textAreaRight" fmla="*/ 3802320 w 3801960"/>
              <a:gd name="textAreaTop" fmla="*/ 0 h 838080"/>
              <a:gd name="textAreaBottom" fmla="*/ 838440 h 838080"/>
            </a:gdLst>
            <a:ahLst/>
            <a:rect l="textAreaLeft" t="textAreaTop" r="textAreaRight" b="textAreaBottom"/>
            <a:pathLst>
              <a:path w="5760" h="528">
                <a:moveTo>
                  <a:pt x="817" y="97"/>
                </a:moveTo>
                <a:lnTo>
                  <a:pt x="6408" y="682"/>
                </a:lnTo>
                <a:lnTo>
                  <a:pt x="5232" y="685"/>
                </a:lnTo>
                <a:lnTo>
                  <a:pt x="829" y="101"/>
                </a:lnTo>
              </a:path>
            </a:pathLst>
          </a:custGeom>
          <a:solidFill>
            <a:srgbClr val="00000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grpSp>
        <p:nvGrpSpPr>
          <p:cNvPr id="2" name="Right Triangle 13"/>
          <p:cNvGrpSpPr/>
          <p:nvPr/>
        </p:nvGrpSpPr>
        <p:grpSpPr>
          <a:xfrm>
            <a:off x="-6480" y="5791320"/>
            <a:ext cx="3402000" cy="1079280"/>
            <a:chOff x="-6480" y="5791320"/>
            <a:chExt cx="3402000" cy="1079280"/>
          </a:xfrm>
        </p:grpSpPr>
        <p:pic>
          <p:nvPicPr>
            <p:cNvPr id="3" name="Right Triangle 13" descr=""/>
            <p:cNvPicPr/>
            <p:nvPr/>
          </p:nvPicPr>
          <p:blipFill>
            <a:blip r:embed="rId2"/>
            <a:stretch/>
          </p:blipFill>
          <p:spPr>
            <a:xfrm>
              <a:off x="-6480" y="5791320"/>
              <a:ext cx="3402000" cy="1079280"/>
            </a:xfrm>
            <a:prstGeom prst="rect">
              <a:avLst/>
            </a:prstGeom>
            <a:ln w="0">
              <a:noFill/>
            </a:ln>
          </p:spPr>
        </p:pic>
        <p:sp>
          <p:nvSpPr>
            <p:cNvPr id="4" name=""/>
            <p:cNvSpPr/>
            <p:nvPr/>
          </p:nvSpPr>
          <p:spPr>
            <a:xfrm>
              <a:off x="277920" y="6421320"/>
              <a:ext cx="1700280" cy="36036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6800" bIns="46800" anchor="ctr">
              <a:noAutofit/>
            </a:bodyPr>
            <a:p>
              <a:pPr algn="ctr">
                <a:lnSpc>
                  <a:spcPct val="100000"/>
                </a:lnSpc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endParaRPr b="0" lang="en-US" sz="1800" spc="-1" strike="noStrike">
                <a:solidFill>
                  <a:srgbClr val="000000"/>
                </a:solidFill>
                <a:latin typeface="Arial"/>
              </a:endParaRPr>
            </a:p>
          </p:txBody>
        </p:sp>
      </p:grpSp>
      <p:pic>
        <p:nvPicPr>
          <p:cNvPr id="5" name="Straight Connector 14" descr=""/>
          <p:cNvPicPr/>
          <p:nvPr/>
        </p:nvPicPr>
        <p:blipFill>
          <a:blip r:embed="rId3"/>
          <a:stretch/>
        </p:blipFill>
        <p:spPr>
          <a:xfrm>
            <a:off x="-19080" y="5778360"/>
            <a:ext cx="3421080" cy="1098720"/>
          </a:xfrm>
          <a:prstGeom prst="rect">
            <a:avLst/>
          </a:prstGeom>
          <a:ln w="0">
            <a:noFill/>
          </a:ln>
        </p:spPr>
      </p:pic>
      <p:sp>
        <p:nvSpPr>
          <p:cNvPr id="6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indent="0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en-US" sz="4100" spc="-1" strike="noStrike">
                <a:solidFill>
                  <a:srgbClr val="464646"/>
                </a:solidFill>
                <a:latin typeface="Lucida Sans Unicode"/>
              </a:rPr>
              <a:t>Click to edit the title text format</a:t>
            </a:r>
            <a:endParaRPr b="1" lang="en-US" sz="4100" spc="-1" strike="noStrike">
              <a:solidFill>
                <a:srgbClr val="464646"/>
              </a:solidFill>
              <a:latin typeface="Lucida Sans Unicode"/>
            </a:endParaRPr>
          </a:p>
        </p:txBody>
      </p:sp>
      <p:sp>
        <p:nvSpPr>
          <p:cNvPr id="7" name="PlaceHolder 2"/>
          <p:cNvSpPr>
            <a:spLocks noGrp="1"/>
          </p:cNvSpPr>
          <p:nvPr>
            <p:ph type="body"/>
          </p:nvPr>
        </p:nvSpPr>
        <p:spPr>
          <a:xfrm>
            <a:off x="457200" y="148104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pPr marL="365040" indent="-255600">
              <a:spcBef>
                <a:spcPts val="400"/>
              </a:spcBef>
              <a:buClr>
                <a:srgbClr val="2da2bf"/>
              </a:buClr>
              <a:buSzPct val="68000"/>
              <a:buFont typeface="Wingdings 3" charset="2"/>
              <a:buChar char="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2700" spc="-1" strike="noStrike">
                <a:solidFill>
                  <a:srgbClr val="000000"/>
                </a:solidFill>
                <a:latin typeface="Lucida Sans Unicode"/>
              </a:rPr>
              <a:t>Click to edit the outline text format</a:t>
            </a:r>
            <a:endParaRPr b="0" lang="en-US" sz="2700" spc="-1" strike="noStrike">
              <a:solidFill>
                <a:srgbClr val="000000"/>
              </a:solidFill>
              <a:latin typeface="Lucida Sans Unicode"/>
            </a:endParaRPr>
          </a:p>
          <a:p>
            <a:pPr lvl="1" marL="620640" indent="-228600">
              <a:spcBef>
                <a:spcPts val="400"/>
              </a:spcBef>
              <a:buClr>
                <a:srgbClr val="2da2bf"/>
              </a:buClr>
              <a:buFont typeface="Verdana"/>
              <a:buChar char="◦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2700" spc="-1" strike="noStrike">
                <a:solidFill>
                  <a:srgbClr val="000000"/>
                </a:solidFill>
                <a:latin typeface="Lucida Sans Unicode"/>
              </a:rPr>
              <a:t>Second Outline Level</a:t>
            </a:r>
            <a:endParaRPr b="0" lang="en-US" sz="2700" spc="-1" strike="noStrike">
              <a:solidFill>
                <a:srgbClr val="000000"/>
              </a:solidFill>
              <a:latin typeface="Lucida Sans Unicode"/>
            </a:endParaRPr>
          </a:p>
          <a:p>
            <a:pPr lvl="2" marL="858960" indent="-228600">
              <a:spcBef>
                <a:spcPts val="400"/>
              </a:spcBef>
              <a:buClr>
                <a:srgbClr val="da1f28"/>
              </a:buClr>
              <a:buFont typeface="Wingdings 2" charset="2"/>
              <a:buChar char="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2700" spc="-1" strike="noStrike">
                <a:solidFill>
                  <a:srgbClr val="000000"/>
                </a:solidFill>
                <a:latin typeface="Lucida Sans Unicode"/>
              </a:rPr>
              <a:t>Third Outline Level</a:t>
            </a:r>
            <a:endParaRPr b="0" lang="en-US" sz="2700" spc="-1" strike="noStrike">
              <a:solidFill>
                <a:srgbClr val="000000"/>
              </a:solidFill>
              <a:latin typeface="Lucida Sans Unicode"/>
            </a:endParaRPr>
          </a:p>
          <a:p>
            <a:pPr lvl="3" marL="1143000" indent="-228600">
              <a:spcBef>
                <a:spcPts val="400"/>
              </a:spcBef>
              <a:buClr>
                <a:srgbClr val="da1f28"/>
              </a:buClr>
              <a:buFont typeface="Wingdings 2" charset="2"/>
              <a:buChar char="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2700" spc="-1" strike="noStrike">
                <a:solidFill>
                  <a:srgbClr val="000000"/>
                </a:solidFill>
                <a:latin typeface="Lucida Sans Unicode"/>
              </a:rPr>
              <a:t>Fourth Outline Level</a:t>
            </a:r>
            <a:endParaRPr b="0" lang="en-US" sz="2700" spc="-1" strike="noStrike">
              <a:solidFill>
                <a:srgbClr val="000000"/>
              </a:solidFill>
              <a:latin typeface="Lucida Sans Unicode"/>
            </a:endParaRPr>
          </a:p>
          <a:p>
            <a:pPr lvl="4" marL="1371600" indent="-228600">
              <a:spcBef>
                <a:spcPts val="400"/>
              </a:spcBef>
              <a:buClr>
                <a:srgbClr val="da1f28"/>
              </a:buClr>
              <a:buFont typeface="Wingdings 2" charset="2"/>
              <a:buChar char="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2700" spc="-1" strike="noStrike">
                <a:solidFill>
                  <a:srgbClr val="000000"/>
                </a:solidFill>
                <a:latin typeface="Lucida Sans Unicode"/>
              </a:rPr>
              <a:t>Fifth Outline Level</a:t>
            </a:r>
            <a:endParaRPr b="0" lang="en-US" sz="2700" spc="-1" strike="noStrike">
              <a:solidFill>
                <a:srgbClr val="000000"/>
              </a:solidFill>
              <a:latin typeface="Lucida Sans Unicode"/>
            </a:endParaRPr>
          </a:p>
          <a:p>
            <a:pPr lvl="5" marL="1371600" indent="-228600">
              <a:spcBef>
                <a:spcPts val="400"/>
              </a:spcBef>
              <a:buClr>
                <a:srgbClr val="000000"/>
              </a:buClr>
              <a:buFont typeface="Wingdings 2" charset="2"/>
              <a:buChar char="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2700" spc="-1" strike="noStrike">
                <a:solidFill>
                  <a:srgbClr val="000000"/>
                </a:solidFill>
                <a:latin typeface="Lucida Sans Unicode"/>
              </a:rPr>
              <a:t>Sixth Outline Level</a:t>
            </a:r>
            <a:endParaRPr b="0" lang="en-US" sz="2700" spc="-1" strike="noStrike">
              <a:solidFill>
                <a:srgbClr val="000000"/>
              </a:solidFill>
              <a:latin typeface="Lucida Sans Unicode"/>
            </a:endParaRPr>
          </a:p>
          <a:p>
            <a:pPr lvl="6" marL="1371600" indent="-228600">
              <a:spcBef>
                <a:spcPts val="400"/>
              </a:spcBef>
              <a:buClr>
                <a:srgbClr val="000000"/>
              </a:buClr>
              <a:buFont typeface="Wingdings 2" charset="2"/>
              <a:buChar char="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2700" spc="-1" strike="noStrike">
                <a:solidFill>
                  <a:srgbClr val="000000"/>
                </a:solidFill>
                <a:latin typeface="Lucida Sans Unicode"/>
              </a:rPr>
              <a:t>Seventh Outline Level</a:t>
            </a:r>
            <a:endParaRPr b="0" lang="en-US" sz="2700" spc="-1" strike="noStrike">
              <a:solidFill>
                <a:srgbClr val="000000"/>
              </a:solidFill>
              <a:latin typeface="Lucida Sans Unicode"/>
            </a:endParaRPr>
          </a:p>
        </p:txBody>
      </p:sp>
      <p:sp>
        <p:nvSpPr>
          <p:cNvPr id="8" name="PlaceHolder 3"/>
          <p:cNvSpPr>
            <a:spLocks noGrp="1"/>
          </p:cNvSpPr>
          <p:nvPr>
            <p:ph type="dt" idx="1"/>
          </p:nvPr>
        </p:nvSpPr>
        <p:spPr>
          <a:xfrm>
            <a:off x="6727680" y="6408720"/>
            <a:ext cx="1919520" cy="36504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b">
            <a:noAutofit/>
          </a:bodyPr>
          <a:lstStyle>
            <a:lvl1pPr indent="0">
              <a:lnSpc>
                <a:spcPct val="100000"/>
              </a:lnSpc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en-US" sz="1000" spc="-1" strike="noStrike">
                <a:solidFill>
                  <a:srgbClr val="000000"/>
                </a:solidFill>
                <a:latin typeface="Lucida Sans Unicode"/>
              </a:defRPr>
            </a:lvl1pPr>
          </a:lstStyle>
          <a:p>
            <a:pPr indent="0">
              <a:lnSpc>
                <a:spcPct val="100000"/>
              </a:lnSpc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1000" spc="-1" strike="noStrike">
                <a:solidFill>
                  <a:srgbClr val="000000"/>
                </a:solidFill>
                <a:latin typeface="Lucida Sans Unicode"/>
              </a:rPr>
              <a:t>Saturday, 10/07/2017 </a:t>
            </a:r>
            <a:endParaRPr b="0" lang="en-US" sz="10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9" name="PlaceHolder 4"/>
          <p:cNvSpPr>
            <a:spLocks noGrp="1"/>
          </p:cNvSpPr>
          <p:nvPr>
            <p:ph type="ftr" idx="2"/>
          </p:nvPr>
        </p:nvSpPr>
        <p:spPr>
          <a:xfrm>
            <a:off x="4379400" y="6408720"/>
            <a:ext cx="2351160" cy="36504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b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en-US" sz="1000" spc="-1" strike="noStrike">
                <a:solidFill>
                  <a:srgbClr val="000000"/>
                </a:solidFill>
                <a:latin typeface="Lucida Sans Unicode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1000" spc="-1" strike="noStrike">
                <a:solidFill>
                  <a:srgbClr val="000000"/>
                </a:solidFill>
                <a:latin typeface="Lucida Sans Unicode"/>
              </a:rPr>
              <a:t>SIES GST, Nerul</a:t>
            </a:r>
            <a:endParaRPr b="0" lang="en-US" sz="10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0" name="PlaceHolder 5"/>
          <p:cNvSpPr>
            <a:spLocks noGrp="1"/>
          </p:cNvSpPr>
          <p:nvPr>
            <p:ph type="sldNum" idx="3"/>
          </p:nvPr>
        </p:nvSpPr>
        <p:spPr>
          <a:xfrm>
            <a:off x="8647200" y="6408720"/>
            <a:ext cx="366480" cy="36504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b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en-US" sz="1000" spc="-1" strike="noStrike">
                <a:solidFill>
                  <a:srgbClr val="000000"/>
                </a:solidFill>
                <a:latin typeface="Lucida Sans Unicode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fld id="{84C499D5-2A52-45A1-9825-CD06F71E221F}" type="slidenum">
              <a:rPr b="0" lang="en-US" sz="1000" spc="-1" strike="noStrike">
                <a:solidFill>
                  <a:srgbClr val="000000"/>
                </a:solidFill>
                <a:latin typeface="Lucida Sans Unicode"/>
              </a:rPr>
              <a:t>&lt;number&gt;</a:t>
            </a:fld>
            <a:endParaRPr b="0" lang="en-US" sz="10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49" r:id="rId4"/>
  </p:sldLayoutIdLst>
</p:sldMaster>
</file>

<file path=ppt/slideMasters/slideMaster2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ight Triangle 1"/>
          <p:cNvSpPr/>
          <p:nvPr/>
        </p:nvSpPr>
        <p:spPr>
          <a:xfrm>
            <a:off x="0" y="4664160"/>
            <a:ext cx="9150480" cy="360"/>
          </a:xfrm>
          <a:prstGeom prst="rtTriangle">
            <a:avLst/>
          </a:prstGeom>
          <a:gradFill rotWithShape="0">
            <a:gsLst>
              <a:gs pos="0">
                <a:srgbClr val="007897"/>
              </a:gs>
              <a:gs pos="50000">
                <a:srgbClr val="4abbe0"/>
              </a:gs>
              <a:gs pos="100000">
                <a:srgbClr val="007897"/>
              </a:gs>
            </a:gsLst>
            <a:lin ang="3000000"/>
          </a:gra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-46440" bIns="-46440" anchor="ctr">
            <a:noAutofit/>
          </a:bodyPr>
          <a:p>
            <a:pPr algn="ct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grpSp>
        <p:nvGrpSpPr>
          <p:cNvPr id="12" name="Group 15"/>
          <p:cNvGrpSpPr/>
          <p:nvPr/>
        </p:nvGrpSpPr>
        <p:grpSpPr>
          <a:xfrm>
            <a:off x="-3240" y="4952880"/>
            <a:ext cx="9147240" cy="1911600"/>
            <a:chOff x="-3240" y="4952880"/>
            <a:chExt cx="9147240" cy="1911600"/>
          </a:xfrm>
        </p:grpSpPr>
        <p:sp>
          <p:nvSpPr>
            <p:cNvPr id="13" name="Freeform 16"/>
            <p:cNvSpPr/>
            <p:nvPr/>
          </p:nvSpPr>
          <p:spPr>
            <a:xfrm>
              <a:off x="1693440" y="4952880"/>
              <a:ext cx="7444440" cy="487440"/>
            </a:xfrm>
            <a:custGeom>
              <a:avLst/>
              <a:gdLst>
                <a:gd name="textAreaLeft" fmla="*/ 0 w 7444440"/>
                <a:gd name="textAreaRight" fmla="*/ 7444440 w 7444440"/>
                <a:gd name="textAreaTop" fmla="*/ 0 h 487440"/>
                <a:gd name="textAreaBottom" fmla="*/ 487800 h 487440"/>
              </a:gdLst>
              <a:ahLst/>
              <a:rect l="textAreaLeft" t="textAreaTop" r="textAreaRight" b="textAreaBottom"/>
              <a:pathLst>
                <a:path w="4697" h="367">
                  <a:moveTo>
                    <a:pt x="4697" y="0"/>
                  </a:moveTo>
                  <a:lnTo>
                    <a:pt x="4697" y="367"/>
                  </a:lnTo>
                  <a:lnTo>
                    <a:pt x="0" y="218"/>
                  </a:lnTo>
                  <a:lnTo>
                    <a:pt x="4697" y="0"/>
                  </a:lnTo>
                  <a:close/>
                </a:path>
              </a:pathLst>
            </a:custGeom>
            <a:solidFill>
              <a:srgbClr val="9fcbdc">
                <a:alpha val="40000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6800" bIns="46800" anchor="t">
              <a:noAutofit/>
            </a:bodyPr>
            <a:p>
              <a:endParaRPr b="0" lang="en-US" sz="18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14" name="Freeform 18"/>
            <p:cNvSpPr/>
            <p:nvPr/>
          </p:nvSpPr>
          <p:spPr>
            <a:xfrm>
              <a:off x="45360" y="5236920"/>
              <a:ext cx="9092880" cy="789120"/>
            </a:xfrm>
            <a:custGeom>
              <a:avLst/>
              <a:gdLst>
                <a:gd name="textAreaLeft" fmla="*/ 0 w 9092880"/>
                <a:gd name="textAreaRight" fmla="*/ 9093240 w 9092880"/>
                <a:gd name="textAreaTop" fmla="*/ 0 h 789120"/>
                <a:gd name="textAreaBottom" fmla="*/ 789480 h 789120"/>
              </a:gdLst>
              <a:ahLst/>
              <a:rect l="textAreaLeft" t="textAreaTop" r="textAreaRight" b="textAreaBottom"/>
              <a:pathLst>
                <a:path w="5760" h="528">
                  <a:moveTo>
                    <a:pt x="0" y="0"/>
                  </a:moveTo>
                  <a:lnTo>
                    <a:pt x="5760" y="0"/>
                  </a:lnTo>
                  <a:lnTo>
                    <a:pt x="5760" y="528"/>
                  </a:lnTo>
                  <a:lnTo>
                    <a:pt x="48" y="0"/>
                  </a:lnTo>
                </a:path>
              </a:pathLst>
            </a:custGeom>
            <a:solidFill>
              <a:srgbClr val="000000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6800" bIns="46800" anchor="t">
              <a:noAutofit/>
            </a:bodyPr>
            <a:p>
              <a:endParaRPr b="0" lang="en-US" sz="1800" spc="-1" strike="noStrike">
                <a:solidFill>
                  <a:srgbClr val="000000"/>
                </a:solidFill>
                <a:latin typeface="Arial"/>
              </a:endParaRPr>
            </a:p>
          </p:txBody>
        </p:sp>
        <p:grpSp>
          <p:nvGrpSpPr>
            <p:cNvPr id="15" name="Freeform 19"/>
            <p:cNvGrpSpPr/>
            <p:nvPr/>
          </p:nvGrpSpPr>
          <p:grpSpPr>
            <a:xfrm>
              <a:off x="8640" y="4998600"/>
              <a:ext cx="9129240" cy="1865880"/>
              <a:chOff x="8640" y="4998600"/>
              <a:chExt cx="9129240" cy="1865880"/>
            </a:xfrm>
          </p:grpSpPr>
          <p:pic>
            <p:nvPicPr>
              <p:cNvPr id="16" name="Freeform 19" descr=""/>
              <p:cNvPicPr/>
              <p:nvPr/>
            </p:nvPicPr>
            <p:blipFill>
              <a:blip r:embed="rId2"/>
              <a:stretch/>
            </p:blipFill>
            <p:spPr>
              <a:xfrm>
                <a:off x="8640" y="4998600"/>
                <a:ext cx="9129240" cy="1865880"/>
              </a:xfrm>
              <a:prstGeom prst="rect">
                <a:avLst/>
              </a:prstGeom>
              <a:ln w="0">
                <a:noFill/>
              </a:ln>
            </p:spPr>
          </p:pic>
          <p:sp>
            <p:nvSpPr>
              <p:cNvPr id="17" name=""/>
              <p:cNvSpPr/>
              <p:nvPr/>
            </p:nvSpPr>
            <p:spPr>
              <a:xfrm>
                <a:off x="9000" y="5000760"/>
                <a:ext cx="360" cy="360"/>
              </a:xfrm>
              <a:prstGeom prst="rect">
                <a:avLst/>
              </a:prstGeom>
              <a:noFill/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-46440" bIns="-46440" anchor="ctr">
                <a:noAutofit/>
              </a:bodyPr>
              <a:p>
                <a:pPr algn="ctr">
                  <a:lnSpc>
                    <a:spcPct val="100000"/>
                  </a:lnSpc>
                  <a:tabLst>
                    <a:tab algn="l" pos="0"/>
                    <a:tab algn="l" pos="914400"/>
                    <a:tab algn="l" pos="1828800"/>
                    <a:tab algn="l" pos="2743200"/>
                    <a:tab algn="l" pos="3657600"/>
                    <a:tab algn="l" pos="4572000"/>
                    <a:tab algn="l" pos="5486400"/>
                    <a:tab algn="l" pos="6400800"/>
                    <a:tab algn="l" pos="7315200"/>
                    <a:tab algn="l" pos="8229600"/>
                    <a:tab algn="l" pos="9144000"/>
                    <a:tab algn="l" pos="10058400"/>
                  </a:tabLst>
                </a:pPr>
                <a:endParaRPr b="0" lang="en-US" sz="1800" spc="-1" strike="noStrike">
                  <a:solidFill>
                    <a:srgbClr val="000000"/>
                  </a:solidFill>
                  <a:latin typeface="Arial"/>
                </a:endParaRPr>
              </a:p>
            </p:txBody>
          </p:sp>
        </p:grpSp>
        <p:pic>
          <p:nvPicPr>
            <p:cNvPr id="18" name="Straight Connector 6" descr=""/>
            <p:cNvPicPr/>
            <p:nvPr/>
          </p:nvPicPr>
          <p:blipFill>
            <a:blip r:embed="rId3"/>
            <a:stretch/>
          </p:blipFill>
          <p:spPr>
            <a:xfrm>
              <a:off x="-3240" y="4992480"/>
              <a:ext cx="9147240" cy="804960"/>
            </a:xfrm>
            <a:prstGeom prst="rect">
              <a:avLst/>
            </a:prstGeom>
            <a:ln w="0">
              <a:noFill/>
            </a:ln>
          </p:spPr>
        </p:pic>
      </p:grpSp>
      <p:sp>
        <p:nvSpPr>
          <p:cNvPr id="19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indent="0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en-US" sz="4100" spc="-1" strike="noStrike">
                <a:solidFill>
                  <a:srgbClr val="464646"/>
                </a:solidFill>
                <a:latin typeface="Lucida Sans Unicode"/>
              </a:rPr>
              <a:t>Click to edit the title text format</a:t>
            </a:r>
            <a:endParaRPr b="1" lang="en-US" sz="4100" spc="-1" strike="noStrike">
              <a:solidFill>
                <a:srgbClr val="464646"/>
              </a:solidFill>
              <a:latin typeface="Lucida Sans Unicode"/>
            </a:endParaRPr>
          </a:p>
        </p:txBody>
      </p:sp>
      <p:sp>
        <p:nvSpPr>
          <p:cNvPr id="20" name="PlaceHolder 2"/>
          <p:cNvSpPr>
            <a:spLocks noGrp="1"/>
          </p:cNvSpPr>
          <p:nvPr>
            <p:ph type="body"/>
          </p:nvPr>
        </p:nvSpPr>
        <p:spPr>
          <a:xfrm>
            <a:off x="457200" y="148104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pPr marL="365040" indent="-255600">
              <a:spcBef>
                <a:spcPts val="400"/>
              </a:spcBef>
              <a:buClr>
                <a:srgbClr val="2da2bf"/>
              </a:buClr>
              <a:buSzPct val="68000"/>
              <a:buFont typeface="Wingdings 3" charset="2"/>
              <a:buChar char="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2700" spc="-1" strike="noStrike">
                <a:solidFill>
                  <a:srgbClr val="000000"/>
                </a:solidFill>
                <a:latin typeface="Lucida Sans Unicode"/>
              </a:rPr>
              <a:t>Click to edit the outline text format</a:t>
            </a:r>
            <a:endParaRPr b="0" lang="en-US" sz="2700" spc="-1" strike="noStrike">
              <a:solidFill>
                <a:srgbClr val="000000"/>
              </a:solidFill>
              <a:latin typeface="Lucida Sans Unicode"/>
            </a:endParaRPr>
          </a:p>
          <a:p>
            <a:pPr lvl="1" marL="620640" indent="-228600">
              <a:spcBef>
                <a:spcPts val="400"/>
              </a:spcBef>
              <a:buClr>
                <a:srgbClr val="2da2bf"/>
              </a:buClr>
              <a:buFont typeface="Verdana"/>
              <a:buChar char="◦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2700" spc="-1" strike="noStrike">
                <a:solidFill>
                  <a:srgbClr val="000000"/>
                </a:solidFill>
                <a:latin typeface="Lucida Sans Unicode"/>
              </a:rPr>
              <a:t>Second Outline Level</a:t>
            </a:r>
            <a:endParaRPr b="0" lang="en-US" sz="2700" spc="-1" strike="noStrike">
              <a:solidFill>
                <a:srgbClr val="000000"/>
              </a:solidFill>
              <a:latin typeface="Lucida Sans Unicode"/>
            </a:endParaRPr>
          </a:p>
          <a:p>
            <a:pPr lvl="2" marL="858960" indent="-228600">
              <a:spcBef>
                <a:spcPts val="400"/>
              </a:spcBef>
              <a:buClr>
                <a:srgbClr val="da1f28"/>
              </a:buClr>
              <a:buFont typeface="Wingdings 2" charset="2"/>
              <a:buChar char="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2700" spc="-1" strike="noStrike">
                <a:solidFill>
                  <a:srgbClr val="000000"/>
                </a:solidFill>
                <a:latin typeface="Lucida Sans Unicode"/>
              </a:rPr>
              <a:t>Third Outline Level</a:t>
            </a:r>
            <a:endParaRPr b="0" lang="en-US" sz="2700" spc="-1" strike="noStrike">
              <a:solidFill>
                <a:srgbClr val="000000"/>
              </a:solidFill>
              <a:latin typeface="Lucida Sans Unicode"/>
            </a:endParaRPr>
          </a:p>
          <a:p>
            <a:pPr lvl="3" marL="1143000" indent="-228600">
              <a:spcBef>
                <a:spcPts val="400"/>
              </a:spcBef>
              <a:buClr>
                <a:srgbClr val="da1f28"/>
              </a:buClr>
              <a:buFont typeface="Wingdings 2" charset="2"/>
              <a:buChar char="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2700" spc="-1" strike="noStrike">
                <a:solidFill>
                  <a:srgbClr val="000000"/>
                </a:solidFill>
                <a:latin typeface="Lucida Sans Unicode"/>
              </a:rPr>
              <a:t>Fourth Outline Level</a:t>
            </a:r>
            <a:endParaRPr b="0" lang="en-US" sz="2700" spc="-1" strike="noStrike">
              <a:solidFill>
                <a:srgbClr val="000000"/>
              </a:solidFill>
              <a:latin typeface="Lucida Sans Unicode"/>
            </a:endParaRPr>
          </a:p>
          <a:p>
            <a:pPr lvl="4" marL="1371600" indent="-228600">
              <a:spcBef>
                <a:spcPts val="400"/>
              </a:spcBef>
              <a:buClr>
                <a:srgbClr val="da1f28"/>
              </a:buClr>
              <a:buFont typeface="Wingdings 2" charset="2"/>
              <a:buChar char="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2700" spc="-1" strike="noStrike">
                <a:solidFill>
                  <a:srgbClr val="000000"/>
                </a:solidFill>
                <a:latin typeface="Lucida Sans Unicode"/>
              </a:rPr>
              <a:t>Fifth Outline Level</a:t>
            </a:r>
            <a:endParaRPr b="0" lang="en-US" sz="2700" spc="-1" strike="noStrike">
              <a:solidFill>
                <a:srgbClr val="000000"/>
              </a:solidFill>
              <a:latin typeface="Lucida Sans Unicode"/>
            </a:endParaRPr>
          </a:p>
          <a:p>
            <a:pPr lvl="5" marL="1371600" indent="-228600">
              <a:spcBef>
                <a:spcPts val="400"/>
              </a:spcBef>
              <a:buClr>
                <a:srgbClr val="000000"/>
              </a:buClr>
              <a:buFont typeface="Wingdings 2" charset="2"/>
              <a:buChar char="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2700" spc="-1" strike="noStrike">
                <a:solidFill>
                  <a:srgbClr val="000000"/>
                </a:solidFill>
                <a:latin typeface="Lucida Sans Unicode"/>
              </a:rPr>
              <a:t>Sixth Outline Level</a:t>
            </a:r>
            <a:endParaRPr b="0" lang="en-US" sz="2700" spc="-1" strike="noStrike">
              <a:solidFill>
                <a:srgbClr val="000000"/>
              </a:solidFill>
              <a:latin typeface="Lucida Sans Unicode"/>
            </a:endParaRPr>
          </a:p>
          <a:p>
            <a:pPr lvl="6" marL="1371600" indent="-228600">
              <a:spcBef>
                <a:spcPts val="400"/>
              </a:spcBef>
              <a:buClr>
                <a:srgbClr val="000000"/>
              </a:buClr>
              <a:buFont typeface="Wingdings 2" charset="2"/>
              <a:buChar char="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2700" spc="-1" strike="noStrike">
                <a:solidFill>
                  <a:srgbClr val="000000"/>
                </a:solidFill>
                <a:latin typeface="Lucida Sans Unicode"/>
              </a:rPr>
              <a:t>Seventh Outline Level</a:t>
            </a:r>
            <a:endParaRPr b="0" lang="en-US" sz="2700" spc="-1" strike="noStrike">
              <a:solidFill>
                <a:srgbClr val="000000"/>
              </a:solidFill>
              <a:latin typeface="Lucida Sans Unicode"/>
            </a:endParaRPr>
          </a:p>
        </p:txBody>
      </p:sp>
      <p:sp>
        <p:nvSpPr>
          <p:cNvPr id="21" name="PlaceHolder 3"/>
          <p:cNvSpPr>
            <a:spLocks noGrp="1"/>
          </p:cNvSpPr>
          <p:nvPr>
            <p:ph type="dt" idx="4"/>
          </p:nvPr>
        </p:nvSpPr>
        <p:spPr>
          <a:xfrm>
            <a:off x="6727680" y="6408720"/>
            <a:ext cx="1919520" cy="36504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b">
            <a:noAutofit/>
          </a:bodyPr>
          <a:lstStyle>
            <a:lvl1pPr indent="0">
              <a:lnSpc>
                <a:spcPct val="100000"/>
              </a:lnSpc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en-US" sz="1000" spc="-1" strike="noStrike">
                <a:solidFill>
                  <a:srgbClr val="ffffff"/>
                </a:solidFill>
                <a:latin typeface="Lucida Sans Unicode"/>
              </a:defRPr>
            </a:lvl1pPr>
          </a:lstStyle>
          <a:p>
            <a:pPr indent="0">
              <a:lnSpc>
                <a:spcPct val="100000"/>
              </a:lnSpc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1000" spc="-1" strike="noStrike">
                <a:solidFill>
                  <a:srgbClr val="ffffff"/>
                </a:solidFill>
                <a:latin typeface="Lucida Sans Unicode"/>
              </a:rPr>
              <a:t>Saturday, 10/07/2017 </a:t>
            </a:r>
            <a:endParaRPr b="0" lang="en-US" sz="10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2" name="PlaceHolder 4"/>
          <p:cNvSpPr>
            <a:spLocks noGrp="1"/>
          </p:cNvSpPr>
          <p:nvPr>
            <p:ph type="ftr" idx="5"/>
          </p:nvPr>
        </p:nvSpPr>
        <p:spPr>
          <a:xfrm>
            <a:off x="4379400" y="6408720"/>
            <a:ext cx="2351160" cy="36504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b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en-US" sz="1000" spc="-1" strike="noStrike">
                <a:solidFill>
                  <a:srgbClr val="e8f0f4"/>
                </a:solidFill>
                <a:latin typeface="Lucida Sans Unicode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1000" spc="-1" strike="noStrike">
                <a:solidFill>
                  <a:srgbClr val="e8f0f4"/>
                </a:solidFill>
                <a:latin typeface="Lucida Sans Unicode"/>
              </a:rPr>
              <a:t>SIES GST, Nerul</a:t>
            </a:r>
            <a:endParaRPr b="0" lang="en-US" sz="10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3" name="PlaceHolder 5"/>
          <p:cNvSpPr>
            <a:spLocks noGrp="1"/>
          </p:cNvSpPr>
          <p:nvPr>
            <p:ph type="sldNum" idx="6"/>
          </p:nvPr>
        </p:nvSpPr>
        <p:spPr>
          <a:xfrm>
            <a:off x="8647200" y="6408720"/>
            <a:ext cx="366480" cy="36504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b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en-US" sz="1000" spc="-1" strike="noStrike">
                <a:solidFill>
                  <a:srgbClr val="ffffff"/>
                </a:solidFill>
                <a:latin typeface="Lucida Sans Unicode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fld id="{48C348E2-6C6F-42E5-A028-31AE53E35AA7}" type="slidenum">
              <a:rPr b="0" lang="en-US" sz="1000" spc="-1" strike="noStrike">
                <a:solidFill>
                  <a:srgbClr val="ffffff"/>
                </a:solidFill>
                <a:latin typeface="Lucida Sans Unicode"/>
              </a:rPr>
              <a:t>&lt;number&gt;</a:t>
            </a:fld>
            <a:endParaRPr b="0" lang="en-US" sz="10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51" r:id="rId4"/>
  </p:sldLayoutIdLst>
</p:sldMaster>
</file>

<file path=ppt/slideMasters/slideMaster3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blipFill rotWithShape="0">
          <a:blip r:embed="rId2"/>
          <a:stretch/>
        </a:blip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Freeform 12"/>
          <p:cNvSpPr/>
          <p:nvPr/>
        </p:nvSpPr>
        <p:spPr>
          <a:xfrm>
            <a:off x="716040" y="5002200"/>
            <a:ext cx="3801960" cy="1442880"/>
          </a:xfrm>
          <a:custGeom>
            <a:avLst/>
            <a:gdLst>
              <a:gd name="textAreaLeft" fmla="*/ 0 w 3801960"/>
              <a:gd name="textAreaRight" fmla="*/ 3802320 w 3801960"/>
              <a:gd name="textAreaTop" fmla="*/ 0 h 1442880"/>
              <a:gd name="textAreaBottom" fmla="*/ 1443240 h 1442880"/>
            </a:gdLst>
            <a:ahLst/>
            <a:rect l="textAreaLeft" t="textAreaTop" r="textAreaRight" b="textAreaBottom"/>
            <a:pathLst>
              <a:path w="5760" h="528">
                <a:moveTo>
                  <a:pt x="-329" y="347"/>
                </a:moveTo>
                <a:lnTo>
                  <a:pt x="7156" y="682"/>
                </a:lnTo>
                <a:lnTo>
                  <a:pt x="5229" y="682"/>
                </a:lnTo>
                <a:lnTo>
                  <a:pt x="-328" y="345"/>
                </a:lnTo>
              </a:path>
            </a:pathLst>
          </a:custGeom>
          <a:solidFill>
            <a:srgbClr val="9fcbdc">
              <a:alpha val="40000"/>
            </a:srgbClr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5" name="Freeform 11"/>
          <p:cNvSpPr/>
          <p:nvPr/>
        </p:nvSpPr>
        <p:spPr>
          <a:xfrm>
            <a:off x="-54000" y="5784840"/>
            <a:ext cx="3801960" cy="838080"/>
          </a:xfrm>
          <a:custGeom>
            <a:avLst/>
            <a:gdLst>
              <a:gd name="textAreaLeft" fmla="*/ 0 w 3801960"/>
              <a:gd name="textAreaRight" fmla="*/ 3802320 w 3801960"/>
              <a:gd name="textAreaTop" fmla="*/ 0 h 838080"/>
              <a:gd name="textAreaBottom" fmla="*/ 838440 h 838080"/>
            </a:gdLst>
            <a:ahLst/>
            <a:rect l="textAreaLeft" t="textAreaTop" r="textAreaRight" b="textAreaBottom"/>
            <a:pathLst>
              <a:path w="5760" h="528">
                <a:moveTo>
                  <a:pt x="817" y="97"/>
                </a:moveTo>
                <a:lnTo>
                  <a:pt x="6408" y="682"/>
                </a:lnTo>
                <a:lnTo>
                  <a:pt x="5232" y="685"/>
                </a:lnTo>
                <a:lnTo>
                  <a:pt x="829" y="101"/>
                </a:lnTo>
              </a:path>
            </a:pathLst>
          </a:custGeom>
          <a:solidFill>
            <a:srgbClr val="00000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grpSp>
        <p:nvGrpSpPr>
          <p:cNvPr id="26" name="Right Triangle 13"/>
          <p:cNvGrpSpPr/>
          <p:nvPr/>
        </p:nvGrpSpPr>
        <p:grpSpPr>
          <a:xfrm>
            <a:off x="-6480" y="5791320"/>
            <a:ext cx="3402000" cy="1079280"/>
            <a:chOff x="-6480" y="5791320"/>
            <a:chExt cx="3402000" cy="1079280"/>
          </a:xfrm>
        </p:grpSpPr>
        <p:pic>
          <p:nvPicPr>
            <p:cNvPr id="27" name="Right Triangle 13" descr=""/>
            <p:cNvPicPr/>
            <p:nvPr/>
          </p:nvPicPr>
          <p:blipFill>
            <a:blip r:embed="rId3"/>
            <a:stretch/>
          </p:blipFill>
          <p:spPr>
            <a:xfrm>
              <a:off x="-6480" y="5791320"/>
              <a:ext cx="3402000" cy="1079280"/>
            </a:xfrm>
            <a:prstGeom prst="rect">
              <a:avLst/>
            </a:prstGeom>
            <a:ln w="0">
              <a:noFill/>
            </a:ln>
          </p:spPr>
        </p:pic>
        <p:sp>
          <p:nvSpPr>
            <p:cNvPr id="28" name=""/>
            <p:cNvSpPr/>
            <p:nvPr/>
          </p:nvSpPr>
          <p:spPr>
            <a:xfrm>
              <a:off x="277920" y="6421320"/>
              <a:ext cx="1700280" cy="36036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6800" bIns="46800" anchor="ctr">
              <a:noAutofit/>
            </a:bodyPr>
            <a:p>
              <a:pPr algn="ctr">
                <a:lnSpc>
                  <a:spcPct val="100000"/>
                </a:lnSpc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endParaRPr b="0" lang="en-US" sz="1800" spc="-1" strike="noStrike">
                <a:solidFill>
                  <a:srgbClr val="000000"/>
                </a:solidFill>
                <a:latin typeface="Arial"/>
              </a:endParaRPr>
            </a:p>
          </p:txBody>
        </p:sp>
      </p:grpSp>
      <p:pic>
        <p:nvPicPr>
          <p:cNvPr id="29" name="Straight Connector 14" descr=""/>
          <p:cNvPicPr/>
          <p:nvPr/>
        </p:nvPicPr>
        <p:blipFill>
          <a:blip r:embed="rId4"/>
          <a:stretch/>
        </p:blipFill>
        <p:spPr>
          <a:xfrm>
            <a:off x="-19080" y="5778360"/>
            <a:ext cx="3421080" cy="1098720"/>
          </a:xfrm>
          <a:prstGeom prst="rect">
            <a:avLst/>
          </a:prstGeom>
          <a:ln w="0">
            <a:noFill/>
          </a:ln>
        </p:spPr>
      </p:pic>
      <p:sp>
        <p:nvSpPr>
          <p:cNvPr id="30" name="Chevron 10"/>
          <p:cNvSpPr/>
          <p:nvPr/>
        </p:nvSpPr>
        <p:spPr>
          <a:xfrm>
            <a:off x="3637080" y="3005280"/>
            <a:ext cx="182520" cy="228600"/>
          </a:xfrm>
          <a:custGeom>
            <a:avLst/>
            <a:gdLst>
              <a:gd name="textAreaLeft" fmla="*/ 0 w 182520"/>
              <a:gd name="textAreaRight" fmla="*/ 182880 w 182520"/>
              <a:gd name="textAreaTop" fmla="*/ 0 h 228600"/>
              <a:gd name="textAreaBottom" fmla="*/ 228960 h 228600"/>
            </a:gdLst>
            <a:ahLst/>
            <a:rect l="textAreaLeft" t="textAreaTop" r="textAreaRight" b="textAreaBottom"/>
            <a:pathLst>
              <a:path w="21600" h="21600">
                <a:moveTo>
                  <a:pt x="0" y="0"/>
                </a:moveTo>
                <a:lnTo>
                  <a:pt x="10800" y="0"/>
                </a:lnTo>
                <a:lnTo>
                  <a:pt x="21600" y="10800"/>
                </a:lnTo>
                <a:lnTo>
                  <a:pt x="10800" y="21600"/>
                </a:lnTo>
                <a:lnTo>
                  <a:pt x="0" y="21600"/>
                </a:lnTo>
                <a:lnTo>
                  <a:pt x="10800" y="10800"/>
                </a:lnTo>
                <a:close/>
              </a:path>
            </a:pathLst>
          </a:custGeom>
          <a:gradFill rotWithShape="0">
            <a:gsLst>
              <a:gs pos="0">
                <a:srgbClr val="1389a6"/>
              </a:gs>
              <a:gs pos="100000">
                <a:srgbClr val="7fc4dd"/>
              </a:gs>
            </a:gsLst>
            <a:lin ang="16200000"/>
          </a:gradFill>
          <a:ln cap="rnd" w="3240">
            <a:solidFill>
              <a:srgbClr val="1e768c"/>
            </a:solidFill>
            <a:miter/>
          </a:ln>
          <a:effectLst>
            <a:outerShdw dist="12600" dir="5400000" blurRad="0" rotWithShape="0">
              <a:srgbClr val="000000">
                <a:alpha val="46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ctr">
            <a:noAutofit/>
          </a:bodyPr>
          <a:p>
            <a: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1" name="Chevron 15"/>
          <p:cNvSpPr/>
          <p:nvPr/>
        </p:nvSpPr>
        <p:spPr>
          <a:xfrm>
            <a:off x="3449520" y="3005280"/>
            <a:ext cx="184320" cy="228600"/>
          </a:xfrm>
          <a:custGeom>
            <a:avLst/>
            <a:gdLst>
              <a:gd name="textAreaLeft" fmla="*/ 0 w 184320"/>
              <a:gd name="textAreaRight" fmla="*/ 184680 w 184320"/>
              <a:gd name="textAreaTop" fmla="*/ 0 h 228600"/>
              <a:gd name="textAreaBottom" fmla="*/ 228960 h 228600"/>
            </a:gdLst>
            <a:ahLst/>
            <a:rect l="textAreaLeft" t="textAreaTop" r="textAreaRight" b="textAreaBottom"/>
            <a:pathLst>
              <a:path w="21600" h="21600">
                <a:moveTo>
                  <a:pt x="0" y="0"/>
                </a:moveTo>
                <a:lnTo>
                  <a:pt x="10800" y="0"/>
                </a:lnTo>
                <a:lnTo>
                  <a:pt x="21600" y="10800"/>
                </a:lnTo>
                <a:lnTo>
                  <a:pt x="10800" y="21600"/>
                </a:lnTo>
                <a:lnTo>
                  <a:pt x="0" y="21600"/>
                </a:lnTo>
                <a:lnTo>
                  <a:pt x="10800" y="10800"/>
                </a:lnTo>
                <a:close/>
              </a:path>
            </a:pathLst>
          </a:custGeom>
          <a:gradFill rotWithShape="0">
            <a:gsLst>
              <a:gs pos="0">
                <a:srgbClr val="1389a6"/>
              </a:gs>
              <a:gs pos="100000">
                <a:srgbClr val="7fc4dd"/>
              </a:gs>
            </a:gsLst>
            <a:lin ang="16200000"/>
          </a:gradFill>
          <a:ln cap="rnd" w="3240">
            <a:solidFill>
              <a:srgbClr val="1e768c"/>
            </a:solidFill>
            <a:miter/>
          </a:ln>
          <a:effectLst>
            <a:outerShdw dist="12600" dir="5400000" blurRad="0" rotWithShape="0">
              <a:srgbClr val="000000">
                <a:alpha val="46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ctr">
            <a:noAutofit/>
          </a:bodyPr>
          <a:p>
            <a: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2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indent="0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en-US" sz="4100" spc="-1" strike="noStrike">
                <a:solidFill>
                  <a:srgbClr val="def5fa"/>
                </a:solidFill>
                <a:latin typeface="Lucida Sans Unicode"/>
              </a:rPr>
              <a:t>Click to edit the title text format</a:t>
            </a:r>
            <a:endParaRPr b="1" lang="en-US" sz="4100" spc="-1" strike="noStrike">
              <a:solidFill>
                <a:srgbClr val="def5fa"/>
              </a:solidFill>
              <a:latin typeface="Lucida Sans Unicode"/>
            </a:endParaRPr>
          </a:p>
        </p:txBody>
      </p:sp>
      <p:sp>
        <p:nvSpPr>
          <p:cNvPr id="33" name="PlaceHolder 2"/>
          <p:cNvSpPr>
            <a:spLocks noGrp="1"/>
          </p:cNvSpPr>
          <p:nvPr>
            <p:ph type="body"/>
          </p:nvPr>
        </p:nvSpPr>
        <p:spPr>
          <a:xfrm>
            <a:off x="457200" y="148104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pPr marL="365040" indent="-255600">
              <a:spcBef>
                <a:spcPts val="400"/>
              </a:spcBef>
              <a:buClr>
                <a:srgbClr val="2da2bf"/>
              </a:buClr>
              <a:buSzPct val="68000"/>
              <a:buFont typeface="Wingdings 3" charset="2"/>
              <a:buChar char="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2700" spc="-1" strike="noStrike">
                <a:solidFill>
                  <a:srgbClr val="ffffff"/>
                </a:solidFill>
                <a:latin typeface="Lucida Sans Unicode"/>
              </a:rPr>
              <a:t>Click to edit the outline text format</a:t>
            </a:r>
            <a:endParaRPr b="0" lang="en-US" sz="2700" spc="-1" strike="noStrike">
              <a:solidFill>
                <a:srgbClr val="ffffff"/>
              </a:solidFill>
              <a:latin typeface="Lucida Sans Unicode"/>
            </a:endParaRPr>
          </a:p>
          <a:p>
            <a:pPr lvl="1" marL="620640" indent="-228600">
              <a:spcBef>
                <a:spcPts val="400"/>
              </a:spcBef>
              <a:buClr>
                <a:srgbClr val="2da2bf"/>
              </a:buClr>
              <a:buFont typeface="Verdana"/>
              <a:buChar char="◦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2700" spc="-1" strike="noStrike">
                <a:solidFill>
                  <a:srgbClr val="ffffff"/>
                </a:solidFill>
                <a:latin typeface="Lucida Sans Unicode"/>
              </a:rPr>
              <a:t>Second Outline Level</a:t>
            </a:r>
            <a:endParaRPr b="0" lang="en-US" sz="2700" spc="-1" strike="noStrike">
              <a:solidFill>
                <a:srgbClr val="ffffff"/>
              </a:solidFill>
              <a:latin typeface="Lucida Sans Unicode"/>
            </a:endParaRPr>
          </a:p>
          <a:p>
            <a:pPr lvl="2" marL="858960" indent="-228600">
              <a:spcBef>
                <a:spcPts val="400"/>
              </a:spcBef>
              <a:buClr>
                <a:srgbClr val="da1f28"/>
              </a:buClr>
              <a:buFont typeface="Wingdings 2" charset="2"/>
              <a:buChar char="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2700" spc="-1" strike="noStrike">
                <a:solidFill>
                  <a:srgbClr val="ffffff"/>
                </a:solidFill>
                <a:latin typeface="Lucida Sans Unicode"/>
              </a:rPr>
              <a:t>Third Outline Level</a:t>
            </a:r>
            <a:endParaRPr b="0" lang="en-US" sz="2700" spc="-1" strike="noStrike">
              <a:solidFill>
                <a:srgbClr val="ffffff"/>
              </a:solidFill>
              <a:latin typeface="Lucida Sans Unicode"/>
            </a:endParaRPr>
          </a:p>
          <a:p>
            <a:pPr lvl="3" marL="1143000" indent="-228600">
              <a:spcBef>
                <a:spcPts val="400"/>
              </a:spcBef>
              <a:buClr>
                <a:srgbClr val="da1f28"/>
              </a:buClr>
              <a:buFont typeface="Wingdings 2" charset="2"/>
              <a:buChar char="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2700" spc="-1" strike="noStrike">
                <a:solidFill>
                  <a:srgbClr val="ffffff"/>
                </a:solidFill>
                <a:latin typeface="Lucida Sans Unicode"/>
              </a:rPr>
              <a:t>Fourth Outline Level</a:t>
            </a:r>
            <a:endParaRPr b="0" lang="en-US" sz="2700" spc="-1" strike="noStrike">
              <a:solidFill>
                <a:srgbClr val="ffffff"/>
              </a:solidFill>
              <a:latin typeface="Lucida Sans Unicode"/>
            </a:endParaRPr>
          </a:p>
          <a:p>
            <a:pPr lvl="4" marL="1371600" indent="-228600">
              <a:spcBef>
                <a:spcPts val="400"/>
              </a:spcBef>
              <a:buClr>
                <a:srgbClr val="da1f28"/>
              </a:buClr>
              <a:buFont typeface="Wingdings 2" charset="2"/>
              <a:buChar char="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2700" spc="-1" strike="noStrike">
                <a:solidFill>
                  <a:srgbClr val="ffffff"/>
                </a:solidFill>
                <a:latin typeface="Lucida Sans Unicode"/>
              </a:rPr>
              <a:t>Fifth Outline Level</a:t>
            </a:r>
            <a:endParaRPr b="0" lang="en-US" sz="2700" spc="-1" strike="noStrike">
              <a:solidFill>
                <a:srgbClr val="ffffff"/>
              </a:solidFill>
              <a:latin typeface="Lucida Sans Unicode"/>
            </a:endParaRPr>
          </a:p>
          <a:p>
            <a:pPr lvl="5" marL="1371600" indent="-228600">
              <a:spcBef>
                <a:spcPts val="400"/>
              </a:spcBef>
              <a:buClr>
                <a:srgbClr val="ffffff"/>
              </a:buClr>
              <a:buFont typeface="Wingdings 2" charset="2"/>
              <a:buChar char="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2700" spc="-1" strike="noStrike">
                <a:solidFill>
                  <a:srgbClr val="ffffff"/>
                </a:solidFill>
                <a:latin typeface="Lucida Sans Unicode"/>
              </a:rPr>
              <a:t>Sixth Outline Level</a:t>
            </a:r>
            <a:endParaRPr b="0" lang="en-US" sz="2700" spc="-1" strike="noStrike">
              <a:solidFill>
                <a:srgbClr val="ffffff"/>
              </a:solidFill>
              <a:latin typeface="Lucida Sans Unicode"/>
            </a:endParaRPr>
          </a:p>
          <a:p>
            <a:pPr lvl="6" marL="1371600" indent="-228600">
              <a:spcBef>
                <a:spcPts val="400"/>
              </a:spcBef>
              <a:buClr>
                <a:srgbClr val="ffffff"/>
              </a:buClr>
              <a:buFont typeface="Wingdings 2" charset="2"/>
              <a:buChar char="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2700" spc="-1" strike="noStrike">
                <a:solidFill>
                  <a:srgbClr val="ffffff"/>
                </a:solidFill>
                <a:latin typeface="Lucida Sans Unicode"/>
              </a:rPr>
              <a:t>Seventh Outline Level</a:t>
            </a:r>
            <a:endParaRPr b="0" lang="en-US" sz="2700" spc="-1" strike="noStrike">
              <a:solidFill>
                <a:srgbClr val="ffffff"/>
              </a:solidFill>
              <a:latin typeface="Lucida Sans Unicode"/>
            </a:endParaRPr>
          </a:p>
        </p:txBody>
      </p:sp>
      <p:sp>
        <p:nvSpPr>
          <p:cNvPr id="34" name="PlaceHolder 3"/>
          <p:cNvSpPr>
            <a:spLocks noGrp="1"/>
          </p:cNvSpPr>
          <p:nvPr>
            <p:ph type="dt" idx="7"/>
          </p:nvPr>
        </p:nvSpPr>
        <p:spPr>
          <a:xfrm>
            <a:off x="6727680" y="6408720"/>
            <a:ext cx="1919520" cy="36504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b">
            <a:noAutofit/>
          </a:bodyPr>
          <a:lstStyle>
            <a:lvl1pPr indent="0">
              <a:lnSpc>
                <a:spcPct val="100000"/>
              </a:lnSpc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en-US" sz="1000" spc="-1" strike="noStrike">
                <a:solidFill>
                  <a:srgbClr val="ffffff"/>
                </a:solidFill>
                <a:latin typeface="Lucida Sans Unicode"/>
              </a:defRPr>
            </a:lvl1pPr>
          </a:lstStyle>
          <a:p>
            <a:pPr indent="0">
              <a:lnSpc>
                <a:spcPct val="100000"/>
              </a:lnSpc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1000" spc="-1" strike="noStrike">
                <a:solidFill>
                  <a:srgbClr val="ffffff"/>
                </a:solidFill>
                <a:latin typeface="Lucida Sans Unicode"/>
              </a:rPr>
              <a:t>Saturday, 10/07/2017 </a:t>
            </a:r>
            <a:endParaRPr b="0" lang="en-US" sz="10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35" name="PlaceHolder 4"/>
          <p:cNvSpPr>
            <a:spLocks noGrp="1"/>
          </p:cNvSpPr>
          <p:nvPr>
            <p:ph type="ftr" idx="8"/>
          </p:nvPr>
        </p:nvSpPr>
        <p:spPr>
          <a:xfrm>
            <a:off x="4379400" y="6408720"/>
            <a:ext cx="2351160" cy="36504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b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en-US" sz="1000" spc="-1" strike="noStrike">
                <a:solidFill>
                  <a:srgbClr val="ffffff"/>
                </a:solidFill>
                <a:latin typeface="Lucida Sans Unicode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1000" spc="-1" strike="noStrike">
                <a:solidFill>
                  <a:srgbClr val="ffffff"/>
                </a:solidFill>
                <a:latin typeface="Lucida Sans Unicode"/>
              </a:rPr>
              <a:t>SIES GST, Nerul</a:t>
            </a:r>
            <a:endParaRPr b="0" lang="en-US" sz="10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36" name="PlaceHolder 5"/>
          <p:cNvSpPr>
            <a:spLocks noGrp="1"/>
          </p:cNvSpPr>
          <p:nvPr>
            <p:ph type="sldNum" idx="9"/>
          </p:nvPr>
        </p:nvSpPr>
        <p:spPr>
          <a:xfrm>
            <a:off x="8647200" y="6408720"/>
            <a:ext cx="366480" cy="36504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b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en-US" sz="1000" spc="-1" strike="noStrike">
                <a:solidFill>
                  <a:srgbClr val="ffffff"/>
                </a:solidFill>
                <a:latin typeface="Lucida Sans Unicode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fld id="{246DF41D-FA6F-49D4-8595-23E3DCA91114}" type="slidenum">
              <a:rPr b="0" lang="en-US" sz="1000" spc="-1" strike="noStrike">
                <a:solidFill>
                  <a:srgbClr val="ffffff"/>
                </a:solidFill>
                <a:latin typeface="Lucida Sans Unicode"/>
              </a:rPr>
              <a:t>&lt;number&gt;</a:t>
            </a:fld>
            <a:endParaRPr b="0" lang="en-US" sz="1000" spc="-1" strike="noStrike">
              <a:solidFill>
                <a:srgbClr val="ffffff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/>
</p:sldMaster>
</file>

<file path=ppt/slideMasters/slideMaster4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blipFill rotWithShape="0">
          <a:blip r:embed="rId2"/>
          <a:stretch/>
        </a:blip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Freeform 12"/>
          <p:cNvSpPr/>
          <p:nvPr/>
        </p:nvSpPr>
        <p:spPr>
          <a:xfrm>
            <a:off x="716040" y="5002200"/>
            <a:ext cx="3801960" cy="1442880"/>
          </a:xfrm>
          <a:custGeom>
            <a:avLst/>
            <a:gdLst>
              <a:gd name="textAreaLeft" fmla="*/ 0 w 3801960"/>
              <a:gd name="textAreaRight" fmla="*/ 3802320 w 3801960"/>
              <a:gd name="textAreaTop" fmla="*/ 0 h 1442880"/>
              <a:gd name="textAreaBottom" fmla="*/ 1443240 h 1442880"/>
            </a:gdLst>
            <a:ahLst/>
            <a:rect l="textAreaLeft" t="textAreaTop" r="textAreaRight" b="textAreaBottom"/>
            <a:pathLst>
              <a:path w="5760" h="528">
                <a:moveTo>
                  <a:pt x="-329" y="347"/>
                </a:moveTo>
                <a:lnTo>
                  <a:pt x="7156" y="682"/>
                </a:lnTo>
                <a:lnTo>
                  <a:pt x="5229" y="682"/>
                </a:lnTo>
                <a:lnTo>
                  <a:pt x="-328" y="345"/>
                </a:lnTo>
              </a:path>
            </a:pathLst>
          </a:custGeom>
          <a:solidFill>
            <a:srgbClr val="9fcbdc">
              <a:alpha val="40000"/>
            </a:srgbClr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8" name="Freeform 11"/>
          <p:cNvSpPr/>
          <p:nvPr/>
        </p:nvSpPr>
        <p:spPr>
          <a:xfrm>
            <a:off x="-54000" y="5784840"/>
            <a:ext cx="3801960" cy="838080"/>
          </a:xfrm>
          <a:custGeom>
            <a:avLst/>
            <a:gdLst>
              <a:gd name="textAreaLeft" fmla="*/ 0 w 3801960"/>
              <a:gd name="textAreaRight" fmla="*/ 3802320 w 3801960"/>
              <a:gd name="textAreaTop" fmla="*/ 0 h 838080"/>
              <a:gd name="textAreaBottom" fmla="*/ 838440 h 838080"/>
            </a:gdLst>
            <a:ahLst/>
            <a:rect l="textAreaLeft" t="textAreaTop" r="textAreaRight" b="textAreaBottom"/>
            <a:pathLst>
              <a:path w="5760" h="528">
                <a:moveTo>
                  <a:pt x="817" y="97"/>
                </a:moveTo>
                <a:lnTo>
                  <a:pt x="6408" y="682"/>
                </a:lnTo>
                <a:lnTo>
                  <a:pt x="5232" y="685"/>
                </a:lnTo>
                <a:lnTo>
                  <a:pt x="829" y="101"/>
                </a:lnTo>
              </a:path>
            </a:pathLst>
          </a:custGeom>
          <a:solidFill>
            <a:srgbClr val="00000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grpSp>
        <p:nvGrpSpPr>
          <p:cNvPr id="39" name="Right Triangle 13"/>
          <p:cNvGrpSpPr/>
          <p:nvPr/>
        </p:nvGrpSpPr>
        <p:grpSpPr>
          <a:xfrm>
            <a:off x="-6480" y="5791320"/>
            <a:ext cx="3402000" cy="1079280"/>
            <a:chOff x="-6480" y="5791320"/>
            <a:chExt cx="3402000" cy="1079280"/>
          </a:xfrm>
        </p:grpSpPr>
        <p:pic>
          <p:nvPicPr>
            <p:cNvPr id="40" name="Right Triangle 13" descr=""/>
            <p:cNvPicPr/>
            <p:nvPr/>
          </p:nvPicPr>
          <p:blipFill>
            <a:blip r:embed="rId3"/>
            <a:stretch/>
          </p:blipFill>
          <p:spPr>
            <a:xfrm>
              <a:off x="-6480" y="5791320"/>
              <a:ext cx="3402000" cy="1079280"/>
            </a:xfrm>
            <a:prstGeom prst="rect">
              <a:avLst/>
            </a:prstGeom>
            <a:ln w="0">
              <a:noFill/>
            </a:ln>
          </p:spPr>
        </p:pic>
        <p:sp>
          <p:nvSpPr>
            <p:cNvPr id="41" name=""/>
            <p:cNvSpPr/>
            <p:nvPr/>
          </p:nvSpPr>
          <p:spPr>
            <a:xfrm>
              <a:off x="277920" y="6421320"/>
              <a:ext cx="1700280" cy="36036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6800" bIns="46800" anchor="ctr">
              <a:noAutofit/>
            </a:bodyPr>
            <a:p>
              <a:pPr algn="ctr">
                <a:lnSpc>
                  <a:spcPct val="100000"/>
                </a:lnSpc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endParaRPr b="0" lang="en-US" sz="1800" spc="-1" strike="noStrike">
                <a:solidFill>
                  <a:srgbClr val="000000"/>
                </a:solidFill>
                <a:latin typeface="Arial"/>
              </a:endParaRPr>
            </a:p>
          </p:txBody>
        </p:sp>
      </p:grpSp>
      <p:pic>
        <p:nvPicPr>
          <p:cNvPr id="42" name="Straight Connector 14" descr=""/>
          <p:cNvPicPr/>
          <p:nvPr/>
        </p:nvPicPr>
        <p:blipFill>
          <a:blip r:embed="rId4"/>
          <a:stretch/>
        </p:blipFill>
        <p:spPr>
          <a:xfrm>
            <a:off x="-19080" y="5778360"/>
            <a:ext cx="3421080" cy="1098720"/>
          </a:xfrm>
          <a:prstGeom prst="rect">
            <a:avLst/>
          </a:prstGeom>
          <a:ln w="0">
            <a:noFill/>
          </a:ln>
        </p:spPr>
      </p:pic>
      <p:sp>
        <p:nvSpPr>
          <p:cNvPr id="43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indent="0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en-US" sz="4100" spc="-1" strike="noStrike">
                <a:solidFill>
                  <a:srgbClr val="def5fa"/>
                </a:solidFill>
                <a:latin typeface="Lucida Sans Unicode"/>
              </a:rPr>
              <a:t>Click to edit the title text format</a:t>
            </a:r>
            <a:endParaRPr b="1" lang="en-US" sz="4100" spc="-1" strike="noStrike">
              <a:solidFill>
                <a:srgbClr val="def5fa"/>
              </a:solidFill>
              <a:latin typeface="Lucida Sans Unicode"/>
            </a:endParaRPr>
          </a:p>
        </p:txBody>
      </p:sp>
      <p:sp>
        <p:nvSpPr>
          <p:cNvPr id="44" name="PlaceHolder 2"/>
          <p:cNvSpPr>
            <a:spLocks noGrp="1"/>
          </p:cNvSpPr>
          <p:nvPr>
            <p:ph type="body"/>
          </p:nvPr>
        </p:nvSpPr>
        <p:spPr>
          <a:xfrm>
            <a:off x="457200" y="148104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pPr marL="365040" indent="-255600">
              <a:spcBef>
                <a:spcPts val="400"/>
              </a:spcBef>
              <a:buClr>
                <a:srgbClr val="2da2bf"/>
              </a:buClr>
              <a:buSzPct val="68000"/>
              <a:buFont typeface="Wingdings 3" charset="2"/>
              <a:buChar char="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2700" spc="-1" strike="noStrike">
                <a:solidFill>
                  <a:srgbClr val="ffffff"/>
                </a:solidFill>
                <a:latin typeface="Lucida Sans Unicode"/>
              </a:rPr>
              <a:t>Click to edit the outline text format</a:t>
            </a:r>
            <a:endParaRPr b="0" lang="en-US" sz="2700" spc="-1" strike="noStrike">
              <a:solidFill>
                <a:srgbClr val="ffffff"/>
              </a:solidFill>
              <a:latin typeface="Lucida Sans Unicode"/>
            </a:endParaRPr>
          </a:p>
          <a:p>
            <a:pPr lvl="1" marL="620640" indent="-228600">
              <a:spcBef>
                <a:spcPts val="400"/>
              </a:spcBef>
              <a:buClr>
                <a:srgbClr val="2da2bf"/>
              </a:buClr>
              <a:buFont typeface="Verdana"/>
              <a:buChar char="◦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2700" spc="-1" strike="noStrike">
                <a:solidFill>
                  <a:srgbClr val="ffffff"/>
                </a:solidFill>
                <a:latin typeface="Lucida Sans Unicode"/>
              </a:rPr>
              <a:t>Second Outline Level</a:t>
            </a:r>
            <a:endParaRPr b="0" lang="en-US" sz="2700" spc="-1" strike="noStrike">
              <a:solidFill>
                <a:srgbClr val="ffffff"/>
              </a:solidFill>
              <a:latin typeface="Lucida Sans Unicode"/>
            </a:endParaRPr>
          </a:p>
          <a:p>
            <a:pPr lvl="2" marL="858960" indent="-228600">
              <a:spcBef>
                <a:spcPts val="400"/>
              </a:spcBef>
              <a:buClr>
                <a:srgbClr val="da1f28"/>
              </a:buClr>
              <a:buFont typeface="Wingdings 2" charset="2"/>
              <a:buChar char="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2700" spc="-1" strike="noStrike">
                <a:solidFill>
                  <a:srgbClr val="ffffff"/>
                </a:solidFill>
                <a:latin typeface="Lucida Sans Unicode"/>
              </a:rPr>
              <a:t>Third Outline Level</a:t>
            </a:r>
            <a:endParaRPr b="0" lang="en-US" sz="2700" spc="-1" strike="noStrike">
              <a:solidFill>
                <a:srgbClr val="ffffff"/>
              </a:solidFill>
              <a:latin typeface="Lucida Sans Unicode"/>
            </a:endParaRPr>
          </a:p>
          <a:p>
            <a:pPr lvl="3" marL="1143000" indent="-228600">
              <a:spcBef>
                <a:spcPts val="400"/>
              </a:spcBef>
              <a:buClr>
                <a:srgbClr val="da1f28"/>
              </a:buClr>
              <a:buFont typeface="Wingdings 2" charset="2"/>
              <a:buChar char="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2700" spc="-1" strike="noStrike">
                <a:solidFill>
                  <a:srgbClr val="ffffff"/>
                </a:solidFill>
                <a:latin typeface="Lucida Sans Unicode"/>
              </a:rPr>
              <a:t>Fourth Outline Level</a:t>
            </a:r>
            <a:endParaRPr b="0" lang="en-US" sz="2700" spc="-1" strike="noStrike">
              <a:solidFill>
                <a:srgbClr val="ffffff"/>
              </a:solidFill>
              <a:latin typeface="Lucida Sans Unicode"/>
            </a:endParaRPr>
          </a:p>
          <a:p>
            <a:pPr lvl="4" marL="1371600" indent="-228600">
              <a:spcBef>
                <a:spcPts val="400"/>
              </a:spcBef>
              <a:buClr>
                <a:srgbClr val="da1f28"/>
              </a:buClr>
              <a:buFont typeface="Wingdings 2" charset="2"/>
              <a:buChar char="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2700" spc="-1" strike="noStrike">
                <a:solidFill>
                  <a:srgbClr val="ffffff"/>
                </a:solidFill>
                <a:latin typeface="Lucida Sans Unicode"/>
              </a:rPr>
              <a:t>Fifth Outline Level</a:t>
            </a:r>
            <a:endParaRPr b="0" lang="en-US" sz="2700" spc="-1" strike="noStrike">
              <a:solidFill>
                <a:srgbClr val="ffffff"/>
              </a:solidFill>
              <a:latin typeface="Lucida Sans Unicode"/>
            </a:endParaRPr>
          </a:p>
          <a:p>
            <a:pPr lvl="5" marL="1371600" indent="-228600">
              <a:spcBef>
                <a:spcPts val="400"/>
              </a:spcBef>
              <a:buClr>
                <a:srgbClr val="ffffff"/>
              </a:buClr>
              <a:buFont typeface="Wingdings 2" charset="2"/>
              <a:buChar char="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2700" spc="-1" strike="noStrike">
                <a:solidFill>
                  <a:srgbClr val="ffffff"/>
                </a:solidFill>
                <a:latin typeface="Lucida Sans Unicode"/>
              </a:rPr>
              <a:t>Sixth Outline Level</a:t>
            </a:r>
            <a:endParaRPr b="0" lang="en-US" sz="2700" spc="-1" strike="noStrike">
              <a:solidFill>
                <a:srgbClr val="ffffff"/>
              </a:solidFill>
              <a:latin typeface="Lucida Sans Unicode"/>
            </a:endParaRPr>
          </a:p>
          <a:p>
            <a:pPr lvl="6" marL="1371600" indent="-228600">
              <a:spcBef>
                <a:spcPts val="400"/>
              </a:spcBef>
              <a:buClr>
                <a:srgbClr val="ffffff"/>
              </a:buClr>
              <a:buFont typeface="Wingdings 2" charset="2"/>
              <a:buChar char="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2700" spc="-1" strike="noStrike">
                <a:solidFill>
                  <a:srgbClr val="ffffff"/>
                </a:solidFill>
                <a:latin typeface="Lucida Sans Unicode"/>
              </a:rPr>
              <a:t>Seventh Outline Level</a:t>
            </a:r>
            <a:endParaRPr b="0" lang="en-US" sz="2700" spc="-1" strike="noStrike">
              <a:solidFill>
                <a:srgbClr val="ffffff"/>
              </a:solidFill>
              <a:latin typeface="Lucida Sans Unicode"/>
            </a:endParaRPr>
          </a:p>
        </p:txBody>
      </p:sp>
      <p:sp>
        <p:nvSpPr>
          <p:cNvPr id="45" name="PlaceHolder 3"/>
          <p:cNvSpPr>
            <a:spLocks noGrp="1"/>
          </p:cNvSpPr>
          <p:nvPr>
            <p:ph type="dt" idx="10"/>
          </p:nvPr>
        </p:nvSpPr>
        <p:spPr>
          <a:xfrm>
            <a:off x="6727680" y="6408720"/>
            <a:ext cx="1919520" cy="36504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b">
            <a:noAutofit/>
          </a:bodyPr>
          <a:lstStyle>
            <a:lvl1pPr indent="0">
              <a:lnSpc>
                <a:spcPct val="100000"/>
              </a:lnSpc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en-US" sz="1000" spc="-1" strike="noStrike">
                <a:solidFill>
                  <a:srgbClr val="ffffff"/>
                </a:solidFill>
                <a:latin typeface="Lucida Sans Unicode"/>
              </a:defRPr>
            </a:lvl1pPr>
          </a:lstStyle>
          <a:p>
            <a:pPr indent="0">
              <a:lnSpc>
                <a:spcPct val="100000"/>
              </a:lnSpc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1000" spc="-1" strike="noStrike">
                <a:solidFill>
                  <a:srgbClr val="ffffff"/>
                </a:solidFill>
                <a:latin typeface="Lucida Sans Unicode"/>
              </a:rPr>
              <a:t>Saturday, 10/07/2017 </a:t>
            </a:r>
            <a:endParaRPr b="0" lang="en-US" sz="10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46" name="PlaceHolder 4"/>
          <p:cNvSpPr>
            <a:spLocks noGrp="1"/>
          </p:cNvSpPr>
          <p:nvPr>
            <p:ph type="ftr" idx="11"/>
          </p:nvPr>
        </p:nvSpPr>
        <p:spPr>
          <a:xfrm>
            <a:off x="4379400" y="6408720"/>
            <a:ext cx="2351160" cy="36504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b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en-US" sz="1000" spc="-1" strike="noStrike">
                <a:solidFill>
                  <a:srgbClr val="ffffff"/>
                </a:solidFill>
                <a:latin typeface="Lucida Sans Unicode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1000" spc="-1" strike="noStrike">
                <a:solidFill>
                  <a:srgbClr val="ffffff"/>
                </a:solidFill>
                <a:latin typeface="Lucida Sans Unicode"/>
              </a:rPr>
              <a:t>SIES GST, Nerul</a:t>
            </a:r>
            <a:endParaRPr b="0" lang="en-US" sz="10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47" name="PlaceHolder 5"/>
          <p:cNvSpPr>
            <a:spLocks noGrp="1"/>
          </p:cNvSpPr>
          <p:nvPr>
            <p:ph type="sldNum" idx="12"/>
          </p:nvPr>
        </p:nvSpPr>
        <p:spPr>
          <a:xfrm>
            <a:off x="8647200" y="6408720"/>
            <a:ext cx="366480" cy="36504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b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en-US" sz="1000" spc="-1" strike="noStrike">
                <a:solidFill>
                  <a:srgbClr val="ffffff"/>
                </a:solidFill>
                <a:latin typeface="Lucida Sans Unicode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fld id="{5D6074B3-FCD6-4A42-A888-8F5A4A3C5F73}" type="slidenum">
              <a:rPr b="0" lang="en-US" sz="1000" spc="-1" strike="noStrike">
                <a:solidFill>
                  <a:srgbClr val="ffffff"/>
                </a:solidFill>
                <a:latin typeface="Lucida Sans Unicode"/>
              </a:rPr>
              <a:t>&lt;number&gt;</a:t>
            </a:fld>
            <a:endParaRPr b="0" lang="en-US" sz="1000" spc="-1" strike="noStrike">
              <a:solidFill>
                <a:srgbClr val="ffffff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/>
</p:sldMaster>
</file>

<file path=ppt/slideMasters/slideMaster5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blipFill rotWithShape="0">
          <a:blip r:embed="rId2"/>
          <a:stretch/>
        </a:blip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indent="0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en-US" sz="4100" spc="-1" strike="noStrike">
                <a:solidFill>
                  <a:srgbClr val="464646"/>
                </a:solidFill>
                <a:latin typeface="Lucida Sans Unicode"/>
              </a:rPr>
              <a:t>Click to edit the title text format</a:t>
            </a:r>
            <a:endParaRPr b="1" lang="en-US" sz="4100" spc="-1" strike="noStrike">
              <a:solidFill>
                <a:srgbClr val="464646"/>
              </a:solidFill>
              <a:latin typeface="Lucida Sans Unicode"/>
            </a:endParaRPr>
          </a:p>
        </p:txBody>
      </p:sp>
      <p:sp>
        <p:nvSpPr>
          <p:cNvPr id="49" name="PlaceHolder 2"/>
          <p:cNvSpPr>
            <a:spLocks noGrp="1"/>
          </p:cNvSpPr>
          <p:nvPr>
            <p:ph type="body"/>
          </p:nvPr>
        </p:nvSpPr>
        <p:spPr>
          <a:xfrm>
            <a:off x="457200" y="148104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pPr marL="365040" indent="-255600">
              <a:spcBef>
                <a:spcPts val="400"/>
              </a:spcBef>
              <a:buClr>
                <a:srgbClr val="2da2bf"/>
              </a:buClr>
              <a:buSzPct val="68000"/>
              <a:buFont typeface="Wingdings 3" charset="2"/>
              <a:buChar char="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2700" spc="-1" strike="noStrike">
                <a:solidFill>
                  <a:srgbClr val="000000"/>
                </a:solidFill>
                <a:latin typeface="Lucida Sans Unicode"/>
              </a:rPr>
              <a:t>Click to edit the outline text format</a:t>
            </a:r>
            <a:endParaRPr b="0" lang="en-US" sz="2700" spc="-1" strike="noStrike">
              <a:solidFill>
                <a:srgbClr val="000000"/>
              </a:solidFill>
              <a:latin typeface="Lucida Sans Unicode"/>
            </a:endParaRPr>
          </a:p>
          <a:p>
            <a:pPr lvl="1" marL="620640" indent="-228600">
              <a:spcBef>
                <a:spcPts val="400"/>
              </a:spcBef>
              <a:buClr>
                <a:srgbClr val="2da2bf"/>
              </a:buClr>
              <a:buFont typeface="Verdana"/>
              <a:buChar char="◦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2700" spc="-1" strike="noStrike">
                <a:solidFill>
                  <a:srgbClr val="000000"/>
                </a:solidFill>
                <a:latin typeface="Lucida Sans Unicode"/>
              </a:rPr>
              <a:t>Second Outline Level</a:t>
            </a:r>
            <a:endParaRPr b="0" lang="en-US" sz="2700" spc="-1" strike="noStrike">
              <a:solidFill>
                <a:srgbClr val="000000"/>
              </a:solidFill>
              <a:latin typeface="Lucida Sans Unicode"/>
            </a:endParaRPr>
          </a:p>
          <a:p>
            <a:pPr lvl="2" marL="858960" indent="-228600">
              <a:spcBef>
                <a:spcPts val="400"/>
              </a:spcBef>
              <a:buClr>
                <a:srgbClr val="da1f28"/>
              </a:buClr>
              <a:buFont typeface="Wingdings 2" charset="2"/>
              <a:buChar char="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2700" spc="-1" strike="noStrike">
                <a:solidFill>
                  <a:srgbClr val="000000"/>
                </a:solidFill>
                <a:latin typeface="Lucida Sans Unicode"/>
              </a:rPr>
              <a:t>Third Outline Level</a:t>
            </a:r>
            <a:endParaRPr b="0" lang="en-US" sz="2700" spc="-1" strike="noStrike">
              <a:solidFill>
                <a:srgbClr val="000000"/>
              </a:solidFill>
              <a:latin typeface="Lucida Sans Unicode"/>
            </a:endParaRPr>
          </a:p>
          <a:p>
            <a:pPr lvl="3" marL="1143000" indent="-228600">
              <a:spcBef>
                <a:spcPts val="400"/>
              </a:spcBef>
              <a:buClr>
                <a:srgbClr val="da1f28"/>
              </a:buClr>
              <a:buFont typeface="Wingdings 2" charset="2"/>
              <a:buChar char="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2700" spc="-1" strike="noStrike">
                <a:solidFill>
                  <a:srgbClr val="000000"/>
                </a:solidFill>
                <a:latin typeface="Lucida Sans Unicode"/>
              </a:rPr>
              <a:t>Fourth Outline Level</a:t>
            </a:r>
            <a:endParaRPr b="0" lang="en-US" sz="2700" spc="-1" strike="noStrike">
              <a:solidFill>
                <a:srgbClr val="000000"/>
              </a:solidFill>
              <a:latin typeface="Lucida Sans Unicode"/>
            </a:endParaRPr>
          </a:p>
          <a:p>
            <a:pPr lvl="4" marL="1371600" indent="-228600">
              <a:spcBef>
                <a:spcPts val="400"/>
              </a:spcBef>
              <a:buClr>
                <a:srgbClr val="da1f28"/>
              </a:buClr>
              <a:buFont typeface="Wingdings 2" charset="2"/>
              <a:buChar char="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2700" spc="-1" strike="noStrike">
                <a:solidFill>
                  <a:srgbClr val="000000"/>
                </a:solidFill>
                <a:latin typeface="Lucida Sans Unicode"/>
              </a:rPr>
              <a:t>Fifth Outline Level</a:t>
            </a:r>
            <a:endParaRPr b="0" lang="en-US" sz="2700" spc="-1" strike="noStrike">
              <a:solidFill>
                <a:srgbClr val="000000"/>
              </a:solidFill>
              <a:latin typeface="Lucida Sans Unicode"/>
            </a:endParaRPr>
          </a:p>
          <a:p>
            <a:pPr lvl="5" marL="1371600" indent="-228600">
              <a:spcBef>
                <a:spcPts val="400"/>
              </a:spcBef>
              <a:buClr>
                <a:srgbClr val="000000"/>
              </a:buClr>
              <a:buFont typeface="Wingdings 2" charset="2"/>
              <a:buChar char="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2700" spc="-1" strike="noStrike">
                <a:solidFill>
                  <a:srgbClr val="000000"/>
                </a:solidFill>
                <a:latin typeface="Lucida Sans Unicode"/>
              </a:rPr>
              <a:t>Sixth Outline Level</a:t>
            </a:r>
            <a:endParaRPr b="0" lang="en-US" sz="2700" spc="-1" strike="noStrike">
              <a:solidFill>
                <a:srgbClr val="000000"/>
              </a:solidFill>
              <a:latin typeface="Lucida Sans Unicode"/>
            </a:endParaRPr>
          </a:p>
          <a:p>
            <a:pPr lvl="6" marL="1371600" indent="-228600">
              <a:spcBef>
                <a:spcPts val="400"/>
              </a:spcBef>
              <a:buClr>
                <a:srgbClr val="000000"/>
              </a:buClr>
              <a:buFont typeface="Wingdings 2" charset="2"/>
              <a:buChar char="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2700" spc="-1" strike="noStrike">
                <a:solidFill>
                  <a:srgbClr val="000000"/>
                </a:solidFill>
                <a:latin typeface="Lucida Sans Unicode"/>
              </a:rPr>
              <a:t>Seventh Outline Level</a:t>
            </a:r>
            <a:endParaRPr b="0" lang="en-US" sz="2700" spc="-1" strike="noStrike">
              <a:solidFill>
                <a:srgbClr val="000000"/>
              </a:solidFill>
              <a:latin typeface="Lucida Sans Unicode"/>
            </a:endParaRPr>
          </a:p>
        </p:txBody>
      </p:sp>
      <p:sp>
        <p:nvSpPr>
          <p:cNvPr id="50" name="PlaceHolder 3"/>
          <p:cNvSpPr>
            <a:spLocks noGrp="1"/>
          </p:cNvSpPr>
          <p:nvPr>
            <p:ph type="dt" idx="13"/>
          </p:nvPr>
        </p:nvSpPr>
        <p:spPr>
          <a:xfrm>
            <a:off x="6727680" y="6408720"/>
            <a:ext cx="1919520" cy="36504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b">
            <a:noAutofit/>
          </a:bodyPr>
          <a:lstStyle>
            <a:lvl1pPr indent="0">
              <a:lnSpc>
                <a:spcPct val="100000"/>
              </a:lnSpc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en-US" sz="1000" spc="-1" strike="noStrike">
                <a:solidFill>
                  <a:srgbClr val="000000"/>
                </a:solidFill>
                <a:latin typeface="Lucida Sans Unicode"/>
              </a:defRPr>
            </a:lvl1pPr>
          </a:lstStyle>
          <a:p>
            <a:pPr indent="0">
              <a:lnSpc>
                <a:spcPct val="100000"/>
              </a:lnSpc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1000" spc="-1" strike="noStrike">
                <a:solidFill>
                  <a:srgbClr val="000000"/>
                </a:solidFill>
                <a:latin typeface="Lucida Sans Unicode"/>
              </a:rPr>
              <a:t>Saturday, 10/07/2017 </a:t>
            </a:r>
            <a:endParaRPr b="0" lang="en-US" sz="10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1" name="PlaceHolder 4"/>
          <p:cNvSpPr>
            <a:spLocks noGrp="1"/>
          </p:cNvSpPr>
          <p:nvPr>
            <p:ph type="ftr" idx="14"/>
          </p:nvPr>
        </p:nvSpPr>
        <p:spPr>
          <a:xfrm>
            <a:off x="4379400" y="6408720"/>
            <a:ext cx="2351160" cy="36504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b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en-US" sz="1000" spc="-1" strike="noStrike">
                <a:solidFill>
                  <a:srgbClr val="000000"/>
                </a:solidFill>
                <a:latin typeface="Lucida Sans Unicode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1000" spc="-1" strike="noStrike">
                <a:solidFill>
                  <a:srgbClr val="000000"/>
                </a:solidFill>
                <a:latin typeface="Lucida Sans Unicode"/>
              </a:rPr>
              <a:t>SIES GST, Nerul</a:t>
            </a:r>
            <a:endParaRPr b="0" lang="en-US" sz="10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2" name="PlaceHolder 5"/>
          <p:cNvSpPr>
            <a:spLocks noGrp="1"/>
          </p:cNvSpPr>
          <p:nvPr>
            <p:ph type="sldNum" idx="15"/>
          </p:nvPr>
        </p:nvSpPr>
        <p:spPr>
          <a:xfrm>
            <a:off x="8647200" y="6408720"/>
            <a:ext cx="366480" cy="36504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b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en-US" sz="1000" spc="-1" strike="noStrike">
                <a:solidFill>
                  <a:srgbClr val="000000"/>
                </a:solidFill>
                <a:latin typeface="Lucida Sans Unicode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fld id="{B5AF499A-B8D8-4D3E-BBEB-2321AF9F5BF7}" type="slidenum">
              <a:rPr b="0" lang="en-US" sz="1000" spc="-1" strike="noStrike">
                <a:solidFill>
                  <a:srgbClr val="000000"/>
                </a:solidFill>
                <a:latin typeface="Lucida Sans Unicode"/>
              </a:rPr>
              <a:t>&lt;number&gt;</a:t>
            </a:fld>
            <a:endParaRPr b="0" lang="en-US" sz="10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/>
</p:sldMaster>
</file>

<file path=ppt/slideMasters/slideMaster6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blipFill rotWithShape="0">
          <a:blip r:embed="rId2"/>
          <a:stretch/>
        </a:blip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Freeform 12"/>
          <p:cNvSpPr/>
          <p:nvPr/>
        </p:nvSpPr>
        <p:spPr>
          <a:xfrm>
            <a:off x="716040" y="5002200"/>
            <a:ext cx="3801960" cy="1442880"/>
          </a:xfrm>
          <a:custGeom>
            <a:avLst/>
            <a:gdLst>
              <a:gd name="textAreaLeft" fmla="*/ 0 w 3801960"/>
              <a:gd name="textAreaRight" fmla="*/ 3802320 w 3801960"/>
              <a:gd name="textAreaTop" fmla="*/ 0 h 1442880"/>
              <a:gd name="textAreaBottom" fmla="*/ 1443240 h 1442880"/>
            </a:gdLst>
            <a:ahLst/>
            <a:rect l="textAreaLeft" t="textAreaTop" r="textAreaRight" b="textAreaBottom"/>
            <a:pathLst>
              <a:path w="5760" h="528">
                <a:moveTo>
                  <a:pt x="-329" y="347"/>
                </a:moveTo>
                <a:lnTo>
                  <a:pt x="7156" y="682"/>
                </a:lnTo>
                <a:lnTo>
                  <a:pt x="5229" y="682"/>
                </a:lnTo>
                <a:lnTo>
                  <a:pt x="-328" y="345"/>
                </a:lnTo>
              </a:path>
            </a:pathLst>
          </a:custGeom>
          <a:solidFill>
            <a:srgbClr val="9fcbdc">
              <a:alpha val="40000"/>
            </a:srgbClr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4" name="Freeform 11"/>
          <p:cNvSpPr/>
          <p:nvPr/>
        </p:nvSpPr>
        <p:spPr>
          <a:xfrm>
            <a:off x="-54000" y="5784840"/>
            <a:ext cx="3801960" cy="838080"/>
          </a:xfrm>
          <a:custGeom>
            <a:avLst/>
            <a:gdLst>
              <a:gd name="textAreaLeft" fmla="*/ 0 w 3801960"/>
              <a:gd name="textAreaRight" fmla="*/ 3802320 w 3801960"/>
              <a:gd name="textAreaTop" fmla="*/ 0 h 838080"/>
              <a:gd name="textAreaBottom" fmla="*/ 838440 h 838080"/>
            </a:gdLst>
            <a:ahLst/>
            <a:rect l="textAreaLeft" t="textAreaTop" r="textAreaRight" b="textAreaBottom"/>
            <a:pathLst>
              <a:path w="5760" h="528">
                <a:moveTo>
                  <a:pt x="817" y="97"/>
                </a:moveTo>
                <a:lnTo>
                  <a:pt x="6408" y="682"/>
                </a:lnTo>
                <a:lnTo>
                  <a:pt x="5232" y="685"/>
                </a:lnTo>
                <a:lnTo>
                  <a:pt x="829" y="101"/>
                </a:lnTo>
              </a:path>
            </a:pathLst>
          </a:custGeom>
          <a:solidFill>
            <a:srgbClr val="00000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grpSp>
        <p:nvGrpSpPr>
          <p:cNvPr id="55" name="Right Triangle 13"/>
          <p:cNvGrpSpPr/>
          <p:nvPr/>
        </p:nvGrpSpPr>
        <p:grpSpPr>
          <a:xfrm>
            <a:off x="-6480" y="5791320"/>
            <a:ext cx="3402000" cy="1079280"/>
            <a:chOff x="-6480" y="5791320"/>
            <a:chExt cx="3402000" cy="1079280"/>
          </a:xfrm>
        </p:grpSpPr>
        <p:pic>
          <p:nvPicPr>
            <p:cNvPr id="56" name="Right Triangle 13" descr=""/>
            <p:cNvPicPr/>
            <p:nvPr/>
          </p:nvPicPr>
          <p:blipFill>
            <a:blip r:embed="rId3"/>
            <a:stretch/>
          </p:blipFill>
          <p:spPr>
            <a:xfrm>
              <a:off x="-6480" y="5791320"/>
              <a:ext cx="3402000" cy="1079280"/>
            </a:xfrm>
            <a:prstGeom prst="rect">
              <a:avLst/>
            </a:prstGeom>
            <a:ln w="0">
              <a:noFill/>
            </a:ln>
          </p:spPr>
        </p:pic>
        <p:sp>
          <p:nvSpPr>
            <p:cNvPr id="57" name=""/>
            <p:cNvSpPr/>
            <p:nvPr/>
          </p:nvSpPr>
          <p:spPr>
            <a:xfrm>
              <a:off x="277920" y="6421320"/>
              <a:ext cx="1700280" cy="36036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6800" bIns="46800" anchor="ctr">
              <a:noAutofit/>
            </a:bodyPr>
            <a:p>
              <a:pPr algn="ctr">
                <a:lnSpc>
                  <a:spcPct val="100000"/>
                </a:lnSpc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endParaRPr b="0" lang="en-US" sz="1800" spc="-1" strike="noStrike">
                <a:solidFill>
                  <a:srgbClr val="000000"/>
                </a:solidFill>
                <a:latin typeface="Arial"/>
              </a:endParaRPr>
            </a:p>
          </p:txBody>
        </p:sp>
      </p:grpSp>
      <p:pic>
        <p:nvPicPr>
          <p:cNvPr id="58" name="Straight Connector 14" descr=""/>
          <p:cNvPicPr/>
          <p:nvPr/>
        </p:nvPicPr>
        <p:blipFill>
          <a:blip r:embed="rId4"/>
          <a:stretch/>
        </p:blipFill>
        <p:spPr>
          <a:xfrm>
            <a:off x="-19080" y="5778360"/>
            <a:ext cx="3421080" cy="1098720"/>
          </a:xfrm>
          <a:prstGeom prst="rect">
            <a:avLst/>
          </a:prstGeom>
          <a:ln w="0">
            <a:noFill/>
          </a:ln>
        </p:spPr>
      </p:pic>
      <p:sp>
        <p:nvSpPr>
          <p:cNvPr id="59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indent="0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en-US" sz="4100" spc="-1" strike="noStrike">
                <a:solidFill>
                  <a:srgbClr val="def5fa"/>
                </a:solidFill>
                <a:latin typeface="Lucida Sans Unicode"/>
              </a:rPr>
              <a:t>Click to edit the title text format</a:t>
            </a:r>
            <a:endParaRPr b="1" lang="en-US" sz="4100" spc="-1" strike="noStrike">
              <a:solidFill>
                <a:srgbClr val="def5fa"/>
              </a:solidFill>
              <a:latin typeface="Lucida Sans Unicode"/>
            </a:endParaRPr>
          </a:p>
        </p:txBody>
      </p:sp>
      <p:sp>
        <p:nvSpPr>
          <p:cNvPr id="60" name="PlaceHolder 2"/>
          <p:cNvSpPr>
            <a:spLocks noGrp="1"/>
          </p:cNvSpPr>
          <p:nvPr>
            <p:ph type="body"/>
          </p:nvPr>
        </p:nvSpPr>
        <p:spPr>
          <a:xfrm>
            <a:off x="457200" y="148104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pPr marL="365040" indent="-255600">
              <a:spcBef>
                <a:spcPts val="400"/>
              </a:spcBef>
              <a:buClr>
                <a:srgbClr val="2da2bf"/>
              </a:buClr>
              <a:buSzPct val="68000"/>
              <a:buFont typeface="Wingdings 3" charset="2"/>
              <a:buChar char="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2700" spc="-1" strike="noStrike">
                <a:solidFill>
                  <a:srgbClr val="ffffff"/>
                </a:solidFill>
                <a:latin typeface="Lucida Sans Unicode"/>
              </a:rPr>
              <a:t>Click to edit the outline text format</a:t>
            </a:r>
            <a:endParaRPr b="0" lang="en-US" sz="2700" spc="-1" strike="noStrike">
              <a:solidFill>
                <a:srgbClr val="ffffff"/>
              </a:solidFill>
              <a:latin typeface="Lucida Sans Unicode"/>
            </a:endParaRPr>
          </a:p>
          <a:p>
            <a:pPr lvl="1" marL="620640" indent="-228600">
              <a:spcBef>
                <a:spcPts val="400"/>
              </a:spcBef>
              <a:buClr>
                <a:srgbClr val="2da2bf"/>
              </a:buClr>
              <a:buFont typeface="Verdana"/>
              <a:buChar char="◦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2700" spc="-1" strike="noStrike">
                <a:solidFill>
                  <a:srgbClr val="ffffff"/>
                </a:solidFill>
                <a:latin typeface="Lucida Sans Unicode"/>
              </a:rPr>
              <a:t>Second Outline Level</a:t>
            </a:r>
            <a:endParaRPr b="0" lang="en-US" sz="2700" spc="-1" strike="noStrike">
              <a:solidFill>
                <a:srgbClr val="ffffff"/>
              </a:solidFill>
              <a:latin typeface="Lucida Sans Unicode"/>
            </a:endParaRPr>
          </a:p>
          <a:p>
            <a:pPr lvl="2" marL="858960" indent="-228600">
              <a:spcBef>
                <a:spcPts val="400"/>
              </a:spcBef>
              <a:buClr>
                <a:srgbClr val="da1f28"/>
              </a:buClr>
              <a:buFont typeface="Wingdings 2" charset="2"/>
              <a:buChar char="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2700" spc="-1" strike="noStrike">
                <a:solidFill>
                  <a:srgbClr val="ffffff"/>
                </a:solidFill>
                <a:latin typeface="Lucida Sans Unicode"/>
              </a:rPr>
              <a:t>Third Outline Level</a:t>
            </a:r>
            <a:endParaRPr b="0" lang="en-US" sz="2700" spc="-1" strike="noStrike">
              <a:solidFill>
                <a:srgbClr val="ffffff"/>
              </a:solidFill>
              <a:latin typeface="Lucida Sans Unicode"/>
            </a:endParaRPr>
          </a:p>
          <a:p>
            <a:pPr lvl="3" marL="1143000" indent="-228600">
              <a:spcBef>
                <a:spcPts val="400"/>
              </a:spcBef>
              <a:buClr>
                <a:srgbClr val="da1f28"/>
              </a:buClr>
              <a:buFont typeface="Wingdings 2" charset="2"/>
              <a:buChar char="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2700" spc="-1" strike="noStrike">
                <a:solidFill>
                  <a:srgbClr val="ffffff"/>
                </a:solidFill>
                <a:latin typeface="Lucida Sans Unicode"/>
              </a:rPr>
              <a:t>Fourth Outline Level</a:t>
            </a:r>
            <a:endParaRPr b="0" lang="en-US" sz="2700" spc="-1" strike="noStrike">
              <a:solidFill>
                <a:srgbClr val="ffffff"/>
              </a:solidFill>
              <a:latin typeface="Lucida Sans Unicode"/>
            </a:endParaRPr>
          </a:p>
          <a:p>
            <a:pPr lvl="4" marL="1371600" indent="-228600">
              <a:spcBef>
                <a:spcPts val="400"/>
              </a:spcBef>
              <a:buClr>
                <a:srgbClr val="da1f28"/>
              </a:buClr>
              <a:buFont typeface="Wingdings 2" charset="2"/>
              <a:buChar char="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2700" spc="-1" strike="noStrike">
                <a:solidFill>
                  <a:srgbClr val="ffffff"/>
                </a:solidFill>
                <a:latin typeface="Lucida Sans Unicode"/>
              </a:rPr>
              <a:t>Fifth Outline Level</a:t>
            </a:r>
            <a:endParaRPr b="0" lang="en-US" sz="2700" spc="-1" strike="noStrike">
              <a:solidFill>
                <a:srgbClr val="ffffff"/>
              </a:solidFill>
              <a:latin typeface="Lucida Sans Unicode"/>
            </a:endParaRPr>
          </a:p>
          <a:p>
            <a:pPr lvl="5" marL="1371600" indent="-228600">
              <a:spcBef>
                <a:spcPts val="400"/>
              </a:spcBef>
              <a:buClr>
                <a:srgbClr val="ffffff"/>
              </a:buClr>
              <a:buFont typeface="Wingdings 2" charset="2"/>
              <a:buChar char="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2700" spc="-1" strike="noStrike">
                <a:solidFill>
                  <a:srgbClr val="ffffff"/>
                </a:solidFill>
                <a:latin typeface="Lucida Sans Unicode"/>
              </a:rPr>
              <a:t>Sixth Outline Level</a:t>
            </a:r>
            <a:endParaRPr b="0" lang="en-US" sz="2700" spc="-1" strike="noStrike">
              <a:solidFill>
                <a:srgbClr val="ffffff"/>
              </a:solidFill>
              <a:latin typeface="Lucida Sans Unicode"/>
            </a:endParaRPr>
          </a:p>
          <a:p>
            <a:pPr lvl="6" marL="1371600" indent="-228600">
              <a:spcBef>
                <a:spcPts val="400"/>
              </a:spcBef>
              <a:buClr>
                <a:srgbClr val="ffffff"/>
              </a:buClr>
              <a:buFont typeface="Wingdings 2" charset="2"/>
              <a:buChar char="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2700" spc="-1" strike="noStrike">
                <a:solidFill>
                  <a:srgbClr val="ffffff"/>
                </a:solidFill>
                <a:latin typeface="Lucida Sans Unicode"/>
              </a:rPr>
              <a:t>Seventh Outline Level</a:t>
            </a:r>
            <a:endParaRPr b="0" lang="en-US" sz="2700" spc="-1" strike="noStrike">
              <a:solidFill>
                <a:srgbClr val="ffffff"/>
              </a:solidFill>
              <a:latin typeface="Lucida Sans Unicode"/>
            </a:endParaRPr>
          </a:p>
        </p:txBody>
      </p:sp>
      <p:sp>
        <p:nvSpPr>
          <p:cNvPr id="61" name="PlaceHolder 3"/>
          <p:cNvSpPr>
            <a:spLocks noGrp="1"/>
          </p:cNvSpPr>
          <p:nvPr>
            <p:ph type="dt" idx="16"/>
          </p:nvPr>
        </p:nvSpPr>
        <p:spPr>
          <a:xfrm>
            <a:off x="6727680" y="6408720"/>
            <a:ext cx="1919520" cy="36504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b">
            <a:noAutofit/>
          </a:bodyPr>
          <a:lstStyle>
            <a:lvl1pPr indent="0">
              <a:lnSpc>
                <a:spcPct val="100000"/>
              </a:lnSpc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en-US" sz="1000" spc="-1" strike="noStrike">
                <a:solidFill>
                  <a:srgbClr val="ffffff"/>
                </a:solidFill>
                <a:latin typeface="Lucida Sans Unicode"/>
              </a:defRPr>
            </a:lvl1pPr>
          </a:lstStyle>
          <a:p>
            <a:pPr indent="0">
              <a:lnSpc>
                <a:spcPct val="100000"/>
              </a:lnSpc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1000" spc="-1" strike="noStrike">
                <a:solidFill>
                  <a:srgbClr val="ffffff"/>
                </a:solidFill>
                <a:latin typeface="Lucida Sans Unicode"/>
              </a:rPr>
              <a:t>Saturday, 10/07/2017 </a:t>
            </a:r>
            <a:endParaRPr b="0" lang="en-US" sz="10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62" name="PlaceHolder 4"/>
          <p:cNvSpPr>
            <a:spLocks noGrp="1"/>
          </p:cNvSpPr>
          <p:nvPr>
            <p:ph type="ftr" idx="17"/>
          </p:nvPr>
        </p:nvSpPr>
        <p:spPr>
          <a:xfrm>
            <a:off x="4379400" y="6408720"/>
            <a:ext cx="2351160" cy="36504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b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en-US" sz="1000" spc="-1" strike="noStrike">
                <a:solidFill>
                  <a:srgbClr val="ffffff"/>
                </a:solidFill>
                <a:latin typeface="Lucida Sans Unicode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1000" spc="-1" strike="noStrike">
                <a:solidFill>
                  <a:srgbClr val="ffffff"/>
                </a:solidFill>
                <a:latin typeface="Lucida Sans Unicode"/>
              </a:rPr>
              <a:t>SIES GST, Nerul</a:t>
            </a:r>
            <a:endParaRPr b="0" lang="en-US" sz="10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63" name="PlaceHolder 5"/>
          <p:cNvSpPr>
            <a:spLocks noGrp="1"/>
          </p:cNvSpPr>
          <p:nvPr>
            <p:ph type="sldNum" idx="18"/>
          </p:nvPr>
        </p:nvSpPr>
        <p:spPr>
          <a:xfrm>
            <a:off x="8647200" y="6408720"/>
            <a:ext cx="366480" cy="36504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b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en-US" sz="1000" spc="-1" strike="noStrike">
                <a:solidFill>
                  <a:srgbClr val="ffffff"/>
                </a:solidFill>
                <a:latin typeface="Lucida Sans Unicode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fld id="{85208050-7D11-41F3-954B-CB02E2AC5DCC}" type="slidenum">
              <a:rPr b="0" lang="en-US" sz="1000" spc="-1" strike="noStrike">
                <a:solidFill>
                  <a:srgbClr val="ffffff"/>
                </a:solidFill>
                <a:latin typeface="Lucida Sans Unicode"/>
              </a:rPr>
              <a:t>&lt;number&gt;</a:t>
            </a:fld>
            <a:endParaRPr b="0" lang="en-US" sz="1000" spc="-1" strike="noStrike">
              <a:solidFill>
                <a:srgbClr val="ffffff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/>
</p:sldMaster>
</file>

<file path=ppt/slideMasters/slideMaster7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blipFill rotWithShape="0">
          <a:blip r:embed="rId2"/>
          <a:stretch/>
        </a:blip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indent="0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en-US" sz="4100" spc="-1" strike="noStrike">
                <a:solidFill>
                  <a:srgbClr val="464646"/>
                </a:solidFill>
                <a:latin typeface="Lucida Sans Unicode"/>
              </a:rPr>
              <a:t>Click to edit the title text format</a:t>
            </a:r>
            <a:endParaRPr b="1" lang="en-US" sz="4100" spc="-1" strike="noStrike">
              <a:solidFill>
                <a:srgbClr val="464646"/>
              </a:solidFill>
              <a:latin typeface="Lucida Sans Unicode"/>
            </a:endParaRPr>
          </a:p>
        </p:txBody>
      </p:sp>
      <p:sp>
        <p:nvSpPr>
          <p:cNvPr id="65" name="PlaceHolder 2"/>
          <p:cNvSpPr>
            <a:spLocks noGrp="1"/>
          </p:cNvSpPr>
          <p:nvPr>
            <p:ph type="body"/>
          </p:nvPr>
        </p:nvSpPr>
        <p:spPr>
          <a:xfrm>
            <a:off x="457200" y="148104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pPr marL="365040" indent="-255600">
              <a:spcBef>
                <a:spcPts val="400"/>
              </a:spcBef>
              <a:buClr>
                <a:srgbClr val="2da2bf"/>
              </a:buClr>
              <a:buSzPct val="68000"/>
              <a:buFont typeface="Wingdings 3" charset="2"/>
              <a:buChar char="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2700" spc="-1" strike="noStrike">
                <a:solidFill>
                  <a:srgbClr val="000000"/>
                </a:solidFill>
                <a:latin typeface="Lucida Sans Unicode"/>
              </a:rPr>
              <a:t>Click to edit the outline text format</a:t>
            </a:r>
            <a:endParaRPr b="0" lang="en-US" sz="2700" spc="-1" strike="noStrike">
              <a:solidFill>
                <a:srgbClr val="000000"/>
              </a:solidFill>
              <a:latin typeface="Lucida Sans Unicode"/>
            </a:endParaRPr>
          </a:p>
          <a:p>
            <a:pPr lvl="1" marL="620640" indent="-228600">
              <a:spcBef>
                <a:spcPts val="400"/>
              </a:spcBef>
              <a:buClr>
                <a:srgbClr val="2da2bf"/>
              </a:buClr>
              <a:buFont typeface="Verdana"/>
              <a:buChar char="◦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2700" spc="-1" strike="noStrike">
                <a:solidFill>
                  <a:srgbClr val="000000"/>
                </a:solidFill>
                <a:latin typeface="Lucida Sans Unicode"/>
              </a:rPr>
              <a:t>Second Outline Level</a:t>
            </a:r>
            <a:endParaRPr b="0" lang="en-US" sz="2700" spc="-1" strike="noStrike">
              <a:solidFill>
                <a:srgbClr val="000000"/>
              </a:solidFill>
              <a:latin typeface="Lucida Sans Unicode"/>
            </a:endParaRPr>
          </a:p>
          <a:p>
            <a:pPr lvl="2" marL="858960" indent="-228600">
              <a:spcBef>
                <a:spcPts val="400"/>
              </a:spcBef>
              <a:buClr>
                <a:srgbClr val="da1f28"/>
              </a:buClr>
              <a:buFont typeface="Wingdings 2" charset="2"/>
              <a:buChar char="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2700" spc="-1" strike="noStrike">
                <a:solidFill>
                  <a:srgbClr val="000000"/>
                </a:solidFill>
                <a:latin typeface="Lucida Sans Unicode"/>
              </a:rPr>
              <a:t>Third Outline Level</a:t>
            </a:r>
            <a:endParaRPr b="0" lang="en-US" sz="2700" spc="-1" strike="noStrike">
              <a:solidFill>
                <a:srgbClr val="000000"/>
              </a:solidFill>
              <a:latin typeface="Lucida Sans Unicode"/>
            </a:endParaRPr>
          </a:p>
          <a:p>
            <a:pPr lvl="3" marL="1143000" indent="-228600">
              <a:spcBef>
                <a:spcPts val="400"/>
              </a:spcBef>
              <a:buClr>
                <a:srgbClr val="da1f28"/>
              </a:buClr>
              <a:buFont typeface="Wingdings 2" charset="2"/>
              <a:buChar char="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2700" spc="-1" strike="noStrike">
                <a:solidFill>
                  <a:srgbClr val="000000"/>
                </a:solidFill>
                <a:latin typeface="Lucida Sans Unicode"/>
              </a:rPr>
              <a:t>Fourth Outline Level</a:t>
            </a:r>
            <a:endParaRPr b="0" lang="en-US" sz="2700" spc="-1" strike="noStrike">
              <a:solidFill>
                <a:srgbClr val="000000"/>
              </a:solidFill>
              <a:latin typeface="Lucida Sans Unicode"/>
            </a:endParaRPr>
          </a:p>
          <a:p>
            <a:pPr lvl="4" marL="1371600" indent="-228600">
              <a:spcBef>
                <a:spcPts val="400"/>
              </a:spcBef>
              <a:buClr>
                <a:srgbClr val="da1f28"/>
              </a:buClr>
              <a:buFont typeface="Wingdings 2" charset="2"/>
              <a:buChar char="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2700" spc="-1" strike="noStrike">
                <a:solidFill>
                  <a:srgbClr val="000000"/>
                </a:solidFill>
                <a:latin typeface="Lucida Sans Unicode"/>
              </a:rPr>
              <a:t>Fifth Outline Level</a:t>
            </a:r>
            <a:endParaRPr b="0" lang="en-US" sz="2700" spc="-1" strike="noStrike">
              <a:solidFill>
                <a:srgbClr val="000000"/>
              </a:solidFill>
              <a:latin typeface="Lucida Sans Unicode"/>
            </a:endParaRPr>
          </a:p>
          <a:p>
            <a:pPr lvl="5" marL="1371600" indent="-228600">
              <a:spcBef>
                <a:spcPts val="400"/>
              </a:spcBef>
              <a:buClr>
                <a:srgbClr val="000000"/>
              </a:buClr>
              <a:buFont typeface="Wingdings 2" charset="2"/>
              <a:buChar char="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2700" spc="-1" strike="noStrike">
                <a:solidFill>
                  <a:srgbClr val="000000"/>
                </a:solidFill>
                <a:latin typeface="Lucida Sans Unicode"/>
              </a:rPr>
              <a:t>Sixth Outline Level</a:t>
            </a:r>
            <a:endParaRPr b="0" lang="en-US" sz="2700" spc="-1" strike="noStrike">
              <a:solidFill>
                <a:srgbClr val="000000"/>
              </a:solidFill>
              <a:latin typeface="Lucida Sans Unicode"/>
            </a:endParaRPr>
          </a:p>
          <a:p>
            <a:pPr lvl="6" marL="1371600" indent="-228600">
              <a:spcBef>
                <a:spcPts val="400"/>
              </a:spcBef>
              <a:buClr>
                <a:srgbClr val="000000"/>
              </a:buClr>
              <a:buFont typeface="Wingdings 2" charset="2"/>
              <a:buChar char="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2700" spc="-1" strike="noStrike">
                <a:solidFill>
                  <a:srgbClr val="000000"/>
                </a:solidFill>
                <a:latin typeface="Lucida Sans Unicode"/>
              </a:rPr>
              <a:t>Seventh Outline Level</a:t>
            </a:r>
            <a:endParaRPr b="0" lang="en-US" sz="2700" spc="-1" strike="noStrike">
              <a:solidFill>
                <a:srgbClr val="000000"/>
              </a:solidFill>
              <a:latin typeface="Lucida Sans Unicode"/>
            </a:endParaRPr>
          </a:p>
        </p:txBody>
      </p:sp>
      <p:sp>
        <p:nvSpPr>
          <p:cNvPr id="66" name="PlaceHolder 3"/>
          <p:cNvSpPr>
            <a:spLocks noGrp="1"/>
          </p:cNvSpPr>
          <p:nvPr>
            <p:ph type="dt" idx="19"/>
          </p:nvPr>
        </p:nvSpPr>
        <p:spPr>
          <a:xfrm>
            <a:off x="6727680" y="6408720"/>
            <a:ext cx="1919520" cy="36504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b">
            <a:noAutofit/>
          </a:bodyPr>
          <a:lstStyle>
            <a:lvl1pPr indent="0">
              <a:lnSpc>
                <a:spcPct val="100000"/>
              </a:lnSpc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en-US" sz="1000" spc="-1" strike="noStrike">
                <a:solidFill>
                  <a:srgbClr val="000000"/>
                </a:solidFill>
                <a:latin typeface="Lucida Sans Unicode"/>
              </a:defRPr>
            </a:lvl1pPr>
          </a:lstStyle>
          <a:p>
            <a:pPr indent="0">
              <a:lnSpc>
                <a:spcPct val="100000"/>
              </a:lnSpc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1000" spc="-1" strike="noStrike">
                <a:solidFill>
                  <a:srgbClr val="000000"/>
                </a:solidFill>
                <a:latin typeface="Lucida Sans Unicode"/>
              </a:rPr>
              <a:t>Saturday, 10/07/2017 </a:t>
            </a:r>
            <a:endParaRPr b="0" lang="en-US" sz="10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67" name="PlaceHolder 4"/>
          <p:cNvSpPr>
            <a:spLocks noGrp="1"/>
          </p:cNvSpPr>
          <p:nvPr>
            <p:ph type="ftr" idx="20"/>
          </p:nvPr>
        </p:nvSpPr>
        <p:spPr>
          <a:xfrm>
            <a:off x="4379400" y="6408720"/>
            <a:ext cx="2351160" cy="36504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b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en-US" sz="1000" spc="-1" strike="noStrike">
                <a:solidFill>
                  <a:srgbClr val="000000"/>
                </a:solidFill>
                <a:latin typeface="Lucida Sans Unicode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1000" spc="-1" strike="noStrike">
                <a:solidFill>
                  <a:srgbClr val="000000"/>
                </a:solidFill>
                <a:latin typeface="Lucida Sans Unicode"/>
              </a:rPr>
              <a:t>SIES GST, Nerul</a:t>
            </a:r>
            <a:endParaRPr b="0" lang="en-US" sz="10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68" name="PlaceHolder 5"/>
          <p:cNvSpPr>
            <a:spLocks noGrp="1"/>
          </p:cNvSpPr>
          <p:nvPr>
            <p:ph type="sldNum" idx="21"/>
          </p:nvPr>
        </p:nvSpPr>
        <p:spPr>
          <a:xfrm>
            <a:off x="8647200" y="6408720"/>
            <a:ext cx="366480" cy="36504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b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en-US" sz="1000" spc="-1" strike="noStrike">
                <a:solidFill>
                  <a:srgbClr val="000000"/>
                </a:solidFill>
                <a:latin typeface="Lucida Sans Unicode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fld id="{4F1A2BD0-25A3-46FD-807F-9A0DB0B759BC}" type="slidenum">
              <a:rPr b="0" lang="en-US" sz="1000" spc="-1" strike="noStrike">
                <a:solidFill>
                  <a:srgbClr val="000000"/>
                </a:solidFill>
                <a:latin typeface="Lucida Sans Unicode"/>
              </a:rPr>
              <a:t>&lt;number&gt;</a:t>
            </a:fld>
            <a:endParaRPr b="0" lang="en-US" sz="10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/>
</p:sldMaster>
</file>

<file path=ppt/slideMasters/slideMaster8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blipFill rotWithShape="0">
          <a:blip r:embed="rId2"/>
          <a:stretch/>
        </a:blip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Freeform 10"/>
          <p:cNvSpPr/>
          <p:nvPr/>
        </p:nvSpPr>
        <p:spPr>
          <a:xfrm>
            <a:off x="716040" y="5002200"/>
            <a:ext cx="3801960" cy="1442880"/>
          </a:xfrm>
          <a:custGeom>
            <a:avLst/>
            <a:gdLst>
              <a:gd name="textAreaLeft" fmla="*/ 0 w 3801960"/>
              <a:gd name="textAreaRight" fmla="*/ 3802320 w 3801960"/>
              <a:gd name="textAreaTop" fmla="*/ 0 h 1442880"/>
              <a:gd name="textAreaBottom" fmla="*/ 1443240 h 1442880"/>
            </a:gdLst>
            <a:ahLst/>
            <a:rect l="textAreaLeft" t="textAreaTop" r="textAreaRight" b="textAreaBottom"/>
            <a:pathLst>
              <a:path w="5760" h="528">
                <a:moveTo>
                  <a:pt x="-329" y="347"/>
                </a:moveTo>
                <a:lnTo>
                  <a:pt x="7156" y="682"/>
                </a:lnTo>
                <a:lnTo>
                  <a:pt x="5229" y="682"/>
                </a:lnTo>
                <a:lnTo>
                  <a:pt x="-328" y="345"/>
                </a:lnTo>
              </a:path>
            </a:pathLst>
          </a:custGeom>
          <a:solidFill>
            <a:srgbClr val="9fcbdc">
              <a:alpha val="40000"/>
            </a:srgbClr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0" name="Freeform 15"/>
          <p:cNvSpPr/>
          <p:nvPr/>
        </p:nvSpPr>
        <p:spPr>
          <a:xfrm>
            <a:off x="-54000" y="5784840"/>
            <a:ext cx="3801960" cy="838080"/>
          </a:xfrm>
          <a:custGeom>
            <a:avLst/>
            <a:gdLst>
              <a:gd name="textAreaLeft" fmla="*/ 0 w 3801960"/>
              <a:gd name="textAreaRight" fmla="*/ 3802320 w 3801960"/>
              <a:gd name="textAreaTop" fmla="*/ 0 h 838080"/>
              <a:gd name="textAreaBottom" fmla="*/ 838440 h 838080"/>
            </a:gdLst>
            <a:ahLst/>
            <a:rect l="textAreaLeft" t="textAreaTop" r="textAreaRight" b="textAreaBottom"/>
            <a:pathLst>
              <a:path w="5760" h="528">
                <a:moveTo>
                  <a:pt x="817" y="97"/>
                </a:moveTo>
                <a:lnTo>
                  <a:pt x="6408" y="682"/>
                </a:lnTo>
                <a:lnTo>
                  <a:pt x="5232" y="685"/>
                </a:lnTo>
                <a:lnTo>
                  <a:pt x="829" y="101"/>
                </a:lnTo>
              </a:path>
            </a:pathLst>
          </a:custGeom>
          <a:solidFill>
            <a:srgbClr val="00000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grpSp>
        <p:nvGrpSpPr>
          <p:cNvPr id="71" name="Right Triangle 3"/>
          <p:cNvGrpSpPr/>
          <p:nvPr/>
        </p:nvGrpSpPr>
        <p:grpSpPr>
          <a:xfrm>
            <a:off x="-6480" y="5791320"/>
            <a:ext cx="3402000" cy="1079280"/>
            <a:chOff x="-6480" y="5791320"/>
            <a:chExt cx="3402000" cy="1079280"/>
          </a:xfrm>
        </p:grpSpPr>
        <p:pic>
          <p:nvPicPr>
            <p:cNvPr id="72" name="Right Triangle 3" descr=""/>
            <p:cNvPicPr/>
            <p:nvPr/>
          </p:nvPicPr>
          <p:blipFill>
            <a:blip r:embed="rId3"/>
            <a:stretch/>
          </p:blipFill>
          <p:spPr>
            <a:xfrm>
              <a:off x="-6480" y="5791320"/>
              <a:ext cx="3402000" cy="1079280"/>
            </a:xfrm>
            <a:prstGeom prst="rect">
              <a:avLst/>
            </a:prstGeom>
            <a:ln w="0">
              <a:noFill/>
            </a:ln>
          </p:spPr>
        </p:pic>
        <p:sp>
          <p:nvSpPr>
            <p:cNvPr id="73" name=""/>
            <p:cNvSpPr/>
            <p:nvPr/>
          </p:nvSpPr>
          <p:spPr>
            <a:xfrm>
              <a:off x="277920" y="6421320"/>
              <a:ext cx="1700280" cy="36036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6800" bIns="46800" anchor="ctr">
              <a:noAutofit/>
            </a:bodyPr>
            <a:p>
              <a:pPr algn="ctr">
                <a:lnSpc>
                  <a:spcPct val="100000"/>
                </a:lnSpc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endParaRPr b="0" lang="en-US" sz="1800" spc="-1" strike="noStrike">
                <a:solidFill>
                  <a:srgbClr val="000000"/>
                </a:solidFill>
                <a:latin typeface="Arial"/>
              </a:endParaRPr>
            </a:p>
          </p:txBody>
        </p:sp>
      </p:grpSp>
      <p:pic>
        <p:nvPicPr>
          <p:cNvPr id="74" name="Straight Connector 4" descr=""/>
          <p:cNvPicPr/>
          <p:nvPr/>
        </p:nvPicPr>
        <p:blipFill>
          <a:blip r:embed="rId4"/>
          <a:stretch/>
        </p:blipFill>
        <p:spPr>
          <a:xfrm>
            <a:off x="-19080" y="5778360"/>
            <a:ext cx="3421080" cy="1098720"/>
          </a:xfrm>
          <a:prstGeom prst="rect">
            <a:avLst/>
          </a:prstGeom>
          <a:ln w="0">
            <a:noFill/>
          </a:ln>
        </p:spPr>
      </p:pic>
      <p:sp>
        <p:nvSpPr>
          <p:cNvPr id="75" name="Chevron 19"/>
          <p:cNvSpPr/>
          <p:nvPr/>
        </p:nvSpPr>
        <p:spPr>
          <a:xfrm>
            <a:off x="8664480" y="4987800"/>
            <a:ext cx="182520" cy="228600"/>
          </a:xfrm>
          <a:custGeom>
            <a:avLst/>
            <a:gdLst>
              <a:gd name="textAreaLeft" fmla="*/ 0 w 182520"/>
              <a:gd name="textAreaRight" fmla="*/ 182880 w 182520"/>
              <a:gd name="textAreaTop" fmla="*/ 0 h 228600"/>
              <a:gd name="textAreaBottom" fmla="*/ 228960 h 228600"/>
            </a:gdLst>
            <a:ahLst/>
            <a:rect l="textAreaLeft" t="textAreaTop" r="textAreaRight" b="textAreaBottom"/>
            <a:pathLst>
              <a:path w="21600" h="21600">
                <a:moveTo>
                  <a:pt x="0" y="0"/>
                </a:moveTo>
                <a:lnTo>
                  <a:pt x="10800" y="0"/>
                </a:lnTo>
                <a:lnTo>
                  <a:pt x="21600" y="10800"/>
                </a:lnTo>
                <a:lnTo>
                  <a:pt x="10800" y="21600"/>
                </a:lnTo>
                <a:lnTo>
                  <a:pt x="0" y="21600"/>
                </a:lnTo>
                <a:lnTo>
                  <a:pt x="10800" y="10800"/>
                </a:lnTo>
                <a:close/>
              </a:path>
            </a:pathLst>
          </a:custGeom>
          <a:gradFill rotWithShape="0">
            <a:gsLst>
              <a:gs pos="0">
                <a:srgbClr val="1389a6"/>
              </a:gs>
              <a:gs pos="100000">
                <a:srgbClr val="7fc4dd"/>
              </a:gs>
            </a:gsLst>
            <a:lin ang="16200000"/>
          </a:gradFill>
          <a:ln cap="rnd" w="3240">
            <a:solidFill>
              <a:srgbClr val="1e768c"/>
            </a:solidFill>
            <a:miter/>
          </a:ln>
          <a:effectLst>
            <a:outerShdw dist="12600" dir="5400000" blurRad="0" rotWithShape="0">
              <a:srgbClr val="000000">
                <a:alpha val="46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ctr">
            <a:noAutofit/>
          </a:bodyPr>
          <a:p>
            <a: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6" name="Chevron 20"/>
          <p:cNvSpPr/>
          <p:nvPr/>
        </p:nvSpPr>
        <p:spPr>
          <a:xfrm>
            <a:off x="8477280" y="4987800"/>
            <a:ext cx="182520" cy="228600"/>
          </a:xfrm>
          <a:custGeom>
            <a:avLst/>
            <a:gdLst>
              <a:gd name="textAreaLeft" fmla="*/ 0 w 182520"/>
              <a:gd name="textAreaRight" fmla="*/ 182880 w 182520"/>
              <a:gd name="textAreaTop" fmla="*/ 0 h 228600"/>
              <a:gd name="textAreaBottom" fmla="*/ 228960 h 228600"/>
            </a:gdLst>
            <a:ahLst/>
            <a:rect l="textAreaLeft" t="textAreaTop" r="textAreaRight" b="textAreaBottom"/>
            <a:pathLst>
              <a:path w="21600" h="21600">
                <a:moveTo>
                  <a:pt x="0" y="0"/>
                </a:moveTo>
                <a:lnTo>
                  <a:pt x="10800" y="0"/>
                </a:lnTo>
                <a:lnTo>
                  <a:pt x="21600" y="10800"/>
                </a:lnTo>
                <a:lnTo>
                  <a:pt x="10800" y="21600"/>
                </a:lnTo>
                <a:lnTo>
                  <a:pt x="0" y="21600"/>
                </a:lnTo>
                <a:lnTo>
                  <a:pt x="10800" y="10800"/>
                </a:lnTo>
                <a:close/>
              </a:path>
            </a:pathLst>
          </a:custGeom>
          <a:gradFill rotWithShape="0">
            <a:gsLst>
              <a:gs pos="0">
                <a:srgbClr val="1389a6"/>
              </a:gs>
              <a:gs pos="100000">
                <a:srgbClr val="7fc4dd"/>
              </a:gs>
            </a:gsLst>
            <a:lin ang="16200000"/>
          </a:gradFill>
          <a:ln cap="rnd" w="3240">
            <a:solidFill>
              <a:srgbClr val="1e768c"/>
            </a:solidFill>
            <a:miter/>
          </a:ln>
          <a:effectLst>
            <a:outerShdw dist="12600" dir="5400000" blurRad="0" rotWithShape="0">
              <a:srgbClr val="000000">
                <a:alpha val="46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ctr">
            <a:noAutofit/>
          </a:bodyPr>
          <a:p>
            <a: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7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indent="0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en-US" sz="4100" spc="-1" strike="noStrike">
                <a:solidFill>
                  <a:srgbClr val="def5fa"/>
                </a:solidFill>
                <a:latin typeface="Lucida Sans Unicode"/>
              </a:rPr>
              <a:t>Click to edit the title text format</a:t>
            </a:r>
            <a:endParaRPr b="1" lang="en-US" sz="4100" spc="-1" strike="noStrike">
              <a:solidFill>
                <a:srgbClr val="def5fa"/>
              </a:solidFill>
              <a:latin typeface="Lucida Sans Unicode"/>
            </a:endParaRPr>
          </a:p>
        </p:txBody>
      </p:sp>
      <p:sp>
        <p:nvSpPr>
          <p:cNvPr id="78" name="PlaceHolder 2"/>
          <p:cNvSpPr>
            <a:spLocks noGrp="1"/>
          </p:cNvSpPr>
          <p:nvPr>
            <p:ph type="body"/>
          </p:nvPr>
        </p:nvSpPr>
        <p:spPr>
          <a:xfrm>
            <a:off x="457200" y="148104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pPr marL="365040" indent="-255600">
              <a:spcBef>
                <a:spcPts val="400"/>
              </a:spcBef>
              <a:buClr>
                <a:srgbClr val="2da2bf"/>
              </a:buClr>
              <a:buSzPct val="68000"/>
              <a:buFont typeface="Wingdings 3" charset="2"/>
              <a:buChar char="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2700" spc="-1" strike="noStrike">
                <a:solidFill>
                  <a:srgbClr val="ffffff"/>
                </a:solidFill>
                <a:latin typeface="Lucida Sans Unicode"/>
              </a:rPr>
              <a:t>Click to edit the outline text format</a:t>
            </a:r>
            <a:endParaRPr b="0" lang="en-US" sz="2700" spc="-1" strike="noStrike">
              <a:solidFill>
                <a:srgbClr val="ffffff"/>
              </a:solidFill>
              <a:latin typeface="Lucida Sans Unicode"/>
            </a:endParaRPr>
          </a:p>
          <a:p>
            <a:pPr lvl="1" marL="620640" indent="-228600">
              <a:spcBef>
                <a:spcPts val="400"/>
              </a:spcBef>
              <a:buClr>
                <a:srgbClr val="2da2bf"/>
              </a:buClr>
              <a:buFont typeface="Verdana"/>
              <a:buChar char="◦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2700" spc="-1" strike="noStrike">
                <a:solidFill>
                  <a:srgbClr val="ffffff"/>
                </a:solidFill>
                <a:latin typeface="Lucida Sans Unicode"/>
              </a:rPr>
              <a:t>Second Outline Level</a:t>
            </a:r>
            <a:endParaRPr b="0" lang="en-US" sz="2700" spc="-1" strike="noStrike">
              <a:solidFill>
                <a:srgbClr val="ffffff"/>
              </a:solidFill>
              <a:latin typeface="Lucida Sans Unicode"/>
            </a:endParaRPr>
          </a:p>
          <a:p>
            <a:pPr lvl="2" marL="858960" indent="-228600">
              <a:spcBef>
                <a:spcPts val="400"/>
              </a:spcBef>
              <a:buClr>
                <a:srgbClr val="da1f28"/>
              </a:buClr>
              <a:buFont typeface="Wingdings 2" charset="2"/>
              <a:buChar char="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2700" spc="-1" strike="noStrike">
                <a:solidFill>
                  <a:srgbClr val="ffffff"/>
                </a:solidFill>
                <a:latin typeface="Lucida Sans Unicode"/>
              </a:rPr>
              <a:t>Third Outline Level</a:t>
            </a:r>
            <a:endParaRPr b="0" lang="en-US" sz="2700" spc="-1" strike="noStrike">
              <a:solidFill>
                <a:srgbClr val="ffffff"/>
              </a:solidFill>
              <a:latin typeface="Lucida Sans Unicode"/>
            </a:endParaRPr>
          </a:p>
          <a:p>
            <a:pPr lvl="3" marL="1143000" indent="-228600">
              <a:spcBef>
                <a:spcPts val="400"/>
              </a:spcBef>
              <a:buClr>
                <a:srgbClr val="da1f28"/>
              </a:buClr>
              <a:buFont typeface="Wingdings 2" charset="2"/>
              <a:buChar char="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2700" spc="-1" strike="noStrike">
                <a:solidFill>
                  <a:srgbClr val="ffffff"/>
                </a:solidFill>
                <a:latin typeface="Lucida Sans Unicode"/>
              </a:rPr>
              <a:t>Fourth Outline Level</a:t>
            </a:r>
            <a:endParaRPr b="0" lang="en-US" sz="2700" spc="-1" strike="noStrike">
              <a:solidFill>
                <a:srgbClr val="ffffff"/>
              </a:solidFill>
              <a:latin typeface="Lucida Sans Unicode"/>
            </a:endParaRPr>
          </a:p>
          <a:p>
            <a:pPr lvl="4" marL="1371600" indent="-228600">
              <a:spcBef>
                <a:spcPts val="400"/>
              </a:spcBef>
              <a:buClr>
                <a:srgbClr val="da1f28"/>
              </a:buClr>
              <a:buFont typeface="Wingdings 2" charset="2"/>
              <a:buChar char="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2700" spc="-1" strike="noStrike">
                <a:solidFill>
                  <a:srgbClr val="ffffff"/>
                </a:solidFill>
                <a:latin typeface="Lucida Sans Unicode"/>
              </a:rPr>
              <a:t>Fifth Outline Level</a:t>
            </a:r>
            <a:endParaRPr b="0" lang="en-US" sz="2700" spc="-1" strike="noStrike">
              <a:solidFill>
                <a:srgbClr val="ffffff"/>
              </a:solidFill>
              <a:latin typeface="Lucida Sans Unicode"/>
            </a:endParaRPr>
          </a:p>
          <a:p>
            <a:pPr lvl="5" marL="1371600" indent="-228600">
              <a:spcBef>
                <a:spcPts val="400"/>
              </a:spcBef>
              <a:buClr>
                <a:srgbClr val="ffffff"/>
              </a:buClr>
              <a:buFont typeface="Wingdings 2" charset="2"/>
              <a:buChar char="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2700" spc="-1" strike="noStrike">
                <a:solidFill>
                  <a:srgbClr val="ffffff"/>
                </a:solidFill>
                <a:latin typeface="Lucida Sans Unicode"/>
              </a:rPr>
              <a:t>Sixth Outline Level</a:t>
            </a:r>
            <a:endParaRPr b="0" lang="en-US" sz="2700" spc="-1" strike="noStrike">
              <a:solidFill>
                <a:srgbClr val="ffffff"/>
              </a:solidFill>
              <a:latin typeface="Lucida Sans Unicode"/>
            </a:endParaRPr>
          </a:p>
          <a:p>
            <a:pPr lvl="6" marL="1371600" indent="-228600">
              <a:spcBef>
                <a:spcPts val="400"/>
              </a:spcBef>
              <a:buClr>
                <a:srgbClr val="ffffff"/>
              </a:buClr>
              <a:buFont typeface="Wingdings 2" charset="2"/>
              <a:buChar char="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2700" spc="-1" strike="noStrike">
                <a:solidFill>
                  <a:srgbClr val="ffffff"/>
                </a:solidFill>
                <a:latin typeface="Lucida Sans Unicode"/>
              </a:rPr>
              <a:t>Seventh Outline Level</a:t>
            </a:r>
            <a:endParaRPr b="0" lang="en-US" sz="2700" spc="-1" strike="noStrike">
              <a:solidFill>
                <a:srgbClr val="ffffff"/>
              </a:solidFill>
              <a:latin typeface="Lucida Sans Unicode"/>
            </a:endParaRPr>
          </a:p>
        </p:txBody>
      </p:sp>
      <p:sp>
        <p:nvSpPr>
          <p:cNvPr id="79" name="PlaceHolder 3"/>
          <p:cNvSpPr>
            <a:spLocks noGrp="1"/>
          </p:cNvSpPr>
          <p:nvPr>
            <p:ph type="dt" idx="22"/>
          </p:nvPr>
        </p:nvSpPr>
        <p:spPr>
          <a:xfrm>
            <a:off x="6727680" y="6408720"/>
            <a:ext cx="1919520" cy="36504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b">
            <a:noAutofit/>
          </a:bodyPr>
          <a:lstStyle>
            <a:lvl1pPr indent="0">
              <a:lnSpc>
                <a:spcPct val="100000"/>
              </a:lnSpc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en-US" sz="1000" spc="-1" strike="noStrike">
                <a:solidFill>
                  <a:srgbClr val="ffffff"/>
                </a:solidFill>
                <a:latin typeface="Lucida Sans Unicode"/>
              </a:defRPr>
            </a:lvl1pPr>
          </a:lstStyle>
          <a:p>
            <a:pPr indent="0">
              <a:lnSpc>
                <a:spcPct val="100000"/>
              </a:lnSpc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1000" spc="-1" strike="noStrike">
                <a:solidFill>
                  <a:srgbClr val="ffffff"/>
                </a:solidFill>
                <a:latin typeface="Lucida Sans Unicode"/>
              </a:rPr>
              <a:t>Saturday, 10/07/2017 </a:t>
            </a:r>
            <a:endParaRPr b="0" lang="en-US" sz="10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80" name="PlaceHolder 4"/>
          <p:cNvSpPr>
            <a:spLocks noGrp="1"/>
          </p:cNvSpPr>
          <p:nvPr>
            <p:ph type="ftr" idx="23"/>
          </p:nvPr>
        </p:nvSpPr>
        <p:spPr>
          <a:xfrm>
            <a:off x="4379400" y="6408720"/>
            <a:ext cx="2351160" cy="36504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b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en-US" sz="1000" spc="-1" strike="noStrike">
                <a:solidFill>
                  <a:srgbClr val="ffffff"/>
                </a:solidFill>
                <a:latin typeface="Lucida Sans Unicode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1000" spc="-1" strike="noStrike">
                <a:solidFill>
                  <a:srgbClr val="ffffff"/>
                </a:solidFill>
                <a:latin typeface="Lucida Sans Unicode"/>
              </a:rPr>
              <a:t>SIES GST, Nerul</a:t>
            </a:r>
            <a:endParaRPr b="0" lang="en-US" sz="10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81" name="PlaceHolder 5"/>
          <p:cNvSpPr>
            <a:spLocks noGrp="1"/>
          </p:cNvSpPr>
          <p:nvPr>
            <p:ph type="sldNum" idx="24"/>
          </p:nvPr>
        </p:nvSpPr>
        <p:spPr>
          <a:xfrm>
            <a:off x="8647200" y="6408720"/>
            <a:ext cx="366480" cy="36504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b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en-US" sz="1000" spc="-1" strike="noStrike">
                <a:solidFill>
                  <a:srgbClr val="ffffff"/>
                </a:solidFill>
                <a:latin typeface="Lucida Sans Unicode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fld id="{F869DE31-5D3E-4E8E-83AF-B38E2A5A9B33}" type="slidenum">
              <a:rPr b="0" lang="en-US" sz="1000" spc="-1" strike="noStrike">
                <a:solidFill>
                  <a:srgbClr val="ffffff"/>
                </a:solidFill>
                <a:latin typeface="Lucida Sans Unicode"/>
              </a:rPr>
              <a:t>&lt;number&gt;</a:t>
            </a:fld>
            <a:endParaRPr b="0" lang="en-US" sz="1000" spc="-1" strike="noStrike">
              <a:solidFill>
                <a:srgbClr val="ffffff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/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image" Target="../media/image7.png"/><Relationship Id="rId2" Type="http://schemas.openxmlformats.org/officeDocument/2006/relationships/image" Target="../media/image8.png"/><Relationship Id="rId3" Type="http://schemas.openxmlformats.org/officeDocument/2006/relationships/slideLayout" Target="../slideLayouts/slideLayout2.xml"/><Relationship Id="rId4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image" Target="../media/image9.png"/><Relationship Id="rId2" Type="http://schemas.openxmlformats.org/officeDocument/2006/relationships/image" Target="../media/image8.png"/><Relationship Id="rId3" Type="http://schemas.openxmlformats.org/officeDocument/2006/relationships/slideLayout" Target="../slideLayouts/slideLayout1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image" Target="../media/image9.png"/><Relationship Id="rId2" Type="http://schemas.openxmlformats.org/officeDocument/2006/relationships/image" Target="../media/image8.png"/><Relationship Id="rId3" Type="http://schemas.openxmlformats.org/officeDocument/2006/relationships/slideLayout" Target="../slideLayouts/slideLayout1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image" Target="../media/image9.png"/><Relationship Id="rId2" Type="http://schemas.openxmlformats.org/officeDocument/2006/relationships/image" Target="../media/image8.png"/><Relationship Id="rId3" Type="http://schemas.openxmlformats.org/officeDocument/2006/relationships/slideLayout" Target="../slideLayouts/slideLayout1.xml"/><Relationship Id="rId4" Type="http://schemas.openxmlformats.org/officeDocument/2006/relationships/image" Target="../media/image10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image" Target="../media/image9.png"/><Relationship Id="rId2" Type="http://schemas.openxmlformats.org/officeDocument/2006/relationships/image" Target="../media/image8.png"/><Relationship Id="rId3" Type="http://schemas.openxmlformats.org/officeDocument/2006/relationships/slideLayout" Target="../slideLayouts/slideLayout1.xml"/><Relationship Id="rId4" Type="http://schemas.openxmlformats.org/officeDocument/2006/relationships/image" Target="../media/image11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image" Target="../media/image9.png"/><Relationship Id="rId2" Type="http://schemas.openxmlformats.org/officeDocument/2006/relationships/image" Target="../media/image8.png"/><Relationship Id="rId3" Type="http://schemas.openxmlformats.org/officeDocument/2006/relationships/slideLayout" Target="../slideLayouts/slideLayout1.xml"/><Relationship Id="rId4" Type="http://schemas.openxmlformats.org/officeDocument/2006/relationships/image" Target="../media/image12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image" Target="../media/image9.png"/><Relationship Id="rId2" Type="http://schemas.openxmlformats.org/officeDocument/2006/relationships/image" Target="../media/image8.png"/><Relationship Id="rId3" Type="http://schemas.openxmlformats.org/officeDocument/2006/relationships/slideLayout" Target="../slideLayouts/slideLayout1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image" Target="../media/image9.png"/><Relationship Id="rId2" Type="http://schemas.openxmlformats.org/officeDocument/2006/relationships/image" Target="../media/image8.png"/><Relationship Id="rId3" Type="http://schemas.openxmlformats.org/officeDocument/2006/relationships/slideLayout" Target="../slideLayouts/slideLayout1.xml"/><Relationship Id="rId4" Type="http://schemas.openxmlformats.org/officeDocument/2006/relationships/image" Target="../media/image13.jpg"/><Relationship Id="rId5" Type="http://schemas.openxmlformats.org/officeDocument/2006/relationships/image" Target="../media/image14.jpg"/><Relationship Id="rId6" Type="http://schemas.openxmlformats.org/officeDocument/2006/relationships/image" Target="../media/image15.jp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image" Target="../media/image9.png"/><Relationship Id="rId2" Type="http://schemas.openxmlformats.org/officeDocument/2006/relationships/image" Target="../media/image8.png"/><Relationship Id="rId3" Type="http://schemas.openxmlformats.org/officeDocument/2006/relationships/slideLayout" Target="../slideLayouts/slideLayout1.xml"/><Relationship Id="rId4" Type="http://schemas.openxmlformats.org/officeDocument/2006/relationships/image" Target="../media/image16.png"/><Relationship Id="rId5" Type="http://schemas.openxmlformats.org/officeDocument/2006/relationships/image" Target="../media/image17.png"/><Relationship Id="rId6" Type="http://schemas.openxmlformats.org/officeDocument/2006/relationships/image" Target="../media/image18.png"/><Relationship Id="rId7" Type="http://schemas.openxmlformats.org/officeDocument/2006/relationships/image" Target="../media/image19.png"/><Relationship Id="rId8" Type="http://schemas.openxmlformats.org/officeDocument/2006/relationships/image" Target="../media/image20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image" Target="../media/image9.png"/><Relationship Id="rId2" Type="http://schemas.openxmlformats.org/officeDocument/2006/relationships/image" Target="../media/image8.png"/><Relationship Id="rId3" Type="http://schemas.openxmlformats.org/officeDocument/2006/relationships/slideLayout" Target="../slideLayouts/slideLayout1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image" Target="../media/image9.png"/><Relationship Id="rId2" Type="http://schemas.openxmlformats.org/officeDocument/2006/relationships/image" Target="../media/image8.png"/><Relationship Id="rId3" Type="http://schemas.openxmlformats.org/officeDocument/2006/relationships/slideLayout" Target="../slideLayouts/slideLayout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image" Target="../media/image9.png"/><Relationship Id="rId2" Type="http://schemas.openxmlformats.org/officeDocument/2006/relationships/image" Target="../media/image8.png"/><Relationship Id="rId3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0" name="Picture 3" descr=""/>
          <p:cNvPicPr/>
          <p:nvPr/>
        </p:nvPicPr>
        <p:blipFill>
          <a:blip r:embed="rId2"/>
          <a:stretch/>
        </p:blipFill>
        <p:spPr>
          <a:xfrm>
            <a:off x="0" y="0"/>
            <a:ext cx="1981080" cy="1042920"/>
          </a:xfrm>
          <a:prstGeom prst="rect">
            <a:avLst/>
          </a:prstGeom>
          <a:ln w="0">
            <a:noFill/>
          </a:ln>
        </p:spPr>
      </p:pic>
      <p:sp>
        <p:nvSpPr>
          <p:cNvPr id="91" name="Footer Placeholder 6"/>
          <p:cNvSpPr/>
          <p:nvPr/>
        </p:nvSpPr>
        <p:spPr>
          <a:xfrm>
            <a:off x="-685800" y="6492960"/>
            <a:ext cx="2351160" cy="365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b">
            <a:normAutofit/>
          </a:bodyPr>
          <a:p>
            <a:pPr algn="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i="1" lang="en-US" sz="1300" spc="-1" strike="noStrike">
                <a:solidFill>
                  <a:srgbClr val="000000"/>
                </a:solidFill>
                <a:latin typeface="Times New Roman"/>
                <a:ea typeface="Times New Roman"/>
              </a:rPr>
              <a:t>SIES GST, Nerul</a:t>
            </a:r>
            <a:endParaRPr b="0" lang="en-US" sz="13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2" name="Date Placeholder 3"/>
          <p:cNvSpPr/>
          <p:nvPr/>
        </p:nvSpPr>
        <p:spPr>
          <a:xfrm>
            <a:off x="6705720" y="6492960"/>
            <a:ext cx="1919160" cy="365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b">
            <a:normAutofit/>
          </a:bodyPr>
          <a:p>
            <a: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1200" spc="-1" strike="noStrike">
                <a:solidFill>
                  <a:srgbClr val="000000"/>
                </a:solidFill>
                <a:latin typeface="Times New Roman"/>
                <a:ea typeface="Times New Roman"/>
              </a:rPr>
              <a:t>Date: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3" name="TextBox 92"/>
          <p:cNvSpPr txBox="1"/>
          <p:nvPr/>
        </p:nvSpPr>
        <p:spPr>
          <a:xfrm>
            <a:off x="689040" y="457200"/>
            <a:ext cx="7772400" cy="37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400" b="1" i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000"/>
                    </a:srgbClr>
                  </a:outerShdw>
                </a:effectLst>
                <a:latin typeface="Times New Roman"/>
                <a:ea typeface="Times New Roman"/>
              </a:rPr>
              <a:t>Smart Billing Cart</a:t>
            </a:r>
          </a:p>
          <a:p>
            <a:pPr algn="ctr">
              <a:spcBef>
                <a:spcPts val="3000"/>
              </a:spcBef>
            </a:pPr>
            <a:r>
              <a:rPr sz="2400" b="1" i="0">
                <a:solidFill>
                  <a:srgbClr val="00AAE8"/>
                </a:solidFill>
                <a:effectLst>
                  <a:outerShdw blurRad="38100" dist="38100" dir="2700000" algn="tl">
                    <a:srgbClr val="000000">
                      <a:alpha val="43000"/>
                    </a:srgbClr>
                  </a:outerShdw>
                </a:effectLst>
                <a:latin typeface="Times New Roman"/>
                <a:ea typeface="Times New Roman"/>
              </a:rPr>
              <a:t>By</a:t>
            </a:r>
          </a:p>
          <a:p>
            <a:pPr algn="ctr"/>
            <a:r>
              <a:rPr sz="2000" b="1" i="0">
                <a:solidFill>
                  <a:srgbClr val="00AAE8"/>
                </a:solidFill>
                <a:effectLst>
                  <a:outerShdw blurRad="38100" dist="38100" dir="2700000" algn="tl">
                    <a:srgbClr val="000000">
                      <a:alpha val="43000"/>
                    </a:srgbClr>
                  </a:outerShdw>
                </a:effectLst>
                <a:latin typeface="Times New Roman"/>
                <a:ea typeface="Times New Roman"/>
              </a:rPr>
              <a:t>Hardik Hemant Rawat (125A2047)</a:t>
            </a:r>
          </a:p>
          <a:p>
            <a:pPr algn="ctr"/>
            <a:r>
              <a:rPr sz="2000" b="1" i="0">
                <a:solidFill>
                  <a:srgbClr val="00AAE8"/>
                </a:solidFill>
                <a:effectLst>
                  <a:outerShdw blurRad="38100" dist="38100" dir="2700000" algn="tl">
                    <a:srgbClr val="000000">
                      <a:alpha val="43000"/>
                    </a:srgbClr>
                  </a:outerShdw>
                </a:effectLst>
                <a:latin typeface="Times New Roman"/>
                <a:ea typeface="Times New Roman"/>
              </a:rPr>
              <a:t>Shivraj Morde (125A2033)</a:t>
            </a:r>
          </a:p>
          <a:p>
            <a:pPr algn="ctr"/>
            <a:r>
              <a:rPr sz="2000" b="1" i="0">
                <a:solidFill>
                  <a:srgbClr val="00AAE8"/>
                </a:solidFill>
                <a:effectLst>
                  <a:outerShdw blurRad="38100" dist="38100" dir="2700000" algn="tl">
                    <a:srgbClr val="000000">
                      <a:alpha val="43000"/>
                    </a:srgbClr>
                  </a:outerShdw>
                </a:effectLst>
                <a:latin typeface="Times New Roman"/>
                <a:ea typeface="Times New Roman"/>
              </a:rPr>
              <a:t>Ismail Mohammed (125A2052)</a:t>
            </a:r>
          </a:p>
          <a:p>
            <a:pPr algn="ctr"/>
            <a:r>
              <a:rPr sz="2000" b="1" i="0">
                <a:solidFill>
                  <a:srgbClr val="00AAE8"/>
                </a:solidFill>
                <a:effectLst>
                  <a:outerShdw blurRad="38100" dist="38100" dir="2700000" algn="tl">
                    <a:srgbClr val="000000">
                      <a:alpha val="43000"/>
                    </a:srgbClr>
                  </a:outerShdw>
                </a:effectLst>
                <a:latin typeface="Times New Roman"/>
                <a:ea typeface="Times New Roman"/>
              </a:rPr>
              <a:t>Pranav Anand (125A2062)</a:t>
            </a:r>
          </a:p>
          <a:p>
            <a:pPr algn="ctr">
              <a:spcBef>
                <a:spcPts val="3000"/>
              </a:spcBef>
            </a:pPr>
            <a:r>
              <a:rPr sz="2400" b="1" i="0">
                <a:solidFill>
                  <a:srgbClr val="00AAE8"/>
                </a:solidFill>
                <a:effectLst>
                  <a:outerShdw blurRad="38100" dist="38100" dir="2700000" algn="tl">
                    <a:srgbClr val="000000">
                      <a:alpha val="43000"/>
                    </a:srgbClr>
                  </a:outerShdw>
                </a:effectLst>
                <a:latin typeface="Times New Roman"/>
                <a:ea typeface="Times New Roman"/>
              </a:rPr>
              <a:t>Under Guidance of</a:t>
            </a:r>
          </a:p>
          <a:p>
            <a:pPr algn="ctr"/>
            <a:r>
              <a:rPr sz="2400" b="1" i="0">
                <a:solidFill>
                  <a:srgbClr val="00AAE8"/>
                </a:solidFill>
                <a:effectLst>
                  <a:outerShdw blurRad="38100" dist="38100" dir="2700000" algn="tl">
                    <a:srgbClr val="000000">
                      <a:alpha val="43000"/>
                    </a:srgbClr>
                  </a:outerShdw>
                </a:effectLst>
                <a:latin typeface="Times New Roman"/>
                <a:ea typeface="Times New Roman"/>
              </a:rPr>
              <a:t>Dr. Swati Rane</a:t>
            </a: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"/>
          <p:cNvSpPr txBox="1"/>
          <p:nvPr/>
        </p:nvSpPr>
        <p:spPr>
          <a:xfrm>
            <a:off x="457200" y="1481040"/>
            <a:ext cx="8229600" cy="484344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rmAutofit/>
          </a:bodyPr>
          <a:p>
            <a:pPr marL="365040" indent="-255600">
              <a:lnSpc>
                <a:spcPct val="100000"/>
              </a:lnSpc>
              <a:spcBef>
                <a:spcPts val="400"/>
              </a:spcBef>
              <a:buClr>
                <a:srgbClr val="2da2bf"/>
              </a:buClr>
              <a:buSzPct val="68000"/>
              <a:buFont typeface="Wingdings 3" charset="2"/>
              <a:buChar char="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2400" spc="-1" strike="noStrike">
                <a:solidFill>
                  <a:srgbClr val="1faecd"/>
                </a:solidFill>
                <a:latin typeface="Times New Roman"/>
                <a:ea typeface="Times New Roman"/>
              </a:rPr>
              <a:t>   </a:t>
            </a:r>
            <a:r>
              <a:rPr b="0" lang="en-US" sz="2400" spc="-1" strike="noStrike">
                <a:solidFill>
                  <a:srgbClr val="1faecd"/>
                </a:solidFill>
                <a:latin typeface="Times New Roman"/>
                <a:ea typeface="Times New Roman"/>
              </a:rPr>
              <a:t>Introduction </a:t>
            </a:r>
            <a:r>
              <a:rPr b="0" lang="en-US" sz="1500" spc="-1" strike="noStrike">
                <a:solidFill>
                  <a:srgbClr val="ff0000"/>
                </a:solidFill>
                <a:latin typeface="Times New Roman"/>
                <a:ea typeface="Times New Roman"/>
              </a:rPr>
              <a:t>(discuss need of your project)</a:t>
            </a:r>
            <a:endParaRPr b="0" lang="en-US" sz="1500" spc="-1" strike="noStrike">
              <a:solidFill>
                <a:srgbClr val="000000"/>
              </a:solidFill>
              <a:latin typeface="Lucida Sans Unicode"/>
            </a:endParaRPr>
          </a:p>
          <a:p>
            <a:pPr marL="365040" indent="-255600">
              <a:lnSpc>
                <a:spcPct val="100000"/>
              </a:lnSpc>
              <a:spcBef>
                <a:spcPts val="400"/>
              </a:spcBef>
              <a:buClr>
                <a:srgbClr val="2da2bf"/>
              </a:buClr>
              <a:buSzPct val="68000"/>
              <a:buFont typeface="Wingdings 3" charset="2"/>
              <a:buChar char="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2400" spc="-1" strike="noStrike">
                <a:solidFill>
                  <a:srgbClr val="1faecd"/>
                </a:solidFill>
                <a:latin typeface="Times New Roman"/>
                <a:ea typeface="Times New Roman"/>
              </a:rPr>
              <a:t>   </a:t>
            </a:r>
            <a:r>
              <a:rPr b="0" lang="en-US" sz="2400" spc="-1" strike="noStrike">
                <a:solidFill>
                  <a:srgbClr val="1faecd"/>
                </a:solidFill>
                <a:latin typeface="Times New Roman"/>
                <a:ea typeface="Times New Roman"/>
              </a:rPr>
              <a:t>Methodology </a:t>
            </a:r>
            <a:r>
              <a:rPr b="0" lang="en-US" sz="1400" spc="-1" strike="noStrike">
                <a:solidFill>
                  <a:srgbClr val="ff0000"/>
                </a:solidFill>
                <a:latin typeface="Times New Roman"/>
                <a:ea typeface="Times New Roman"/>
              </a:rPr>
              <a:t>(Algorithm/Flowchart)</a:t>
            </a:r>
            <a:endParaRPr b="0" lang="en-US" sz="1400" spc="-1" strike="noStrike">
              <a:solidFill>
                <a:srgbClr val="000000"/>
              </a:solidFill>
              <a:latin typeface="Lucida Sans Unicode"/>
            </a:endParaRPr>
          </a:p>
          <a:p>
            <a:pPr marL="365040" indent="-255600">
              <a:lnSpc>
                <a:spcPct val="100000"/>
              </a:lnSpc>
              <a:spcBef>
                <a:spcPts val="400"/>
              </a:spcBef>
              <a:buClr>
                <a:srgbClr val="2da2bf"/>
              </a:buClr>
              <a:buSzPct val="68000"/>
              <a:buFont typeface="Wingdings 3" charset="2"/>
              <a:buChar char="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2400" spc="-1" strike="noStrike">
                <a:solidFill>
                  <a:srgbClr val="1faecd"/>
                </a:solidFill>
                <a:latin typeface="Times New Roman"/>
                <a:ea typeface="Times New Roman"/>
              </a:rPr>
              <a:t>   </a:t>
            </a:r>
            <a:r>
              <a:rPr b="0" lang="en-US" sz="2400" spc="-1" strike="noStrike">
                <a:solidFill>
                  <a:srgbClr val="1faecd"/>
                </a:solidFill>
                <a:latin typeface="Times New Roman"/>
                <a:ea typeface="Times New Roman"/>
              </a:rPr>
              <a:t>System Architecture </a:t>
            </a:r>
            <a:r>
              <a:rPr b="0" lang="en-US" sz="1400" spc="-1" strike="noStrike">
                <a:solidFill>
                  <a:srgbClr val="ff0000"/>
                </a:solidFill>
                <a:latin typeface="Times New Roman"/>
                <a:ea typeface="Times New Roman"/>
              </a:rPr>
              <a:t>(detailed Block diagram/Circuit diagram)</a:t>
            </a:r>
            <a:endParaRPr b="0" lang="en-US" sz="1400" spc="-1" strike="noStrike">
              <a:solidFill>
                <a:srgbClr val="000000"/>
              </a:solidFill>
              <a:latin typeface="Lucida Sans Unicode"/>
            </a:endParaRPr>
          </a:p>
          <a:p>
            <a:pPr marL="365040" indent="-255600">
              <a:lnSpc>
                <a:spcPct val="100000"/>
              </a:lnSpc>
              <a:spcBef>
                <a:spcPts val="400"/>
              </a:spcBef>
              <a:buClr>
                <a:srgbClr val="2da2bf"/>
              </a:buClr>
              <a:buSzPct val="68000"/>
              <a:buFont typeface="Wingdings 3" charset="2"/>
              <a:buChar char="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2400" spc="-1" strike="noStrike">
                <a:solidFill>
                  <a:srgbClr val="1faecd"/>
                </a:solidFill>
                <a:latin typeface="Times New Roman"/>
                <a:ea typeface="Times New Roman"/>
              </a:rPr>
              <a:t>   </a:t>
            </a:r>
            <a:r>
              <a:rPr b="0" lang="en-US" sz="2400" spc="-1" strike="noStrike">
                <a:solidFill>
                  <a:srgbClr val="1faecd"/>
                </a:solidFill>
                <a:latin typeface="Times New Roman"/>
                <a:ea typeface="Times New Roman"/>
              </a:rPr>
              <a:t>Hardware requirement </a:t>
            </a:r>
            <a:endParaRPr b="0" lang="en-US" sz="2400" spc="-1" strike="noStrike">
              <a:solidFill>
                <a:srgbClr val="000000"/>
              </a:solidFill>
              <a:latin typeface="Lucida Sans Unicode"/>
            </a:endParaRPr>
          </a:p>
          <a:p>
            <a:pPr marL="365040" indent="-255600">
              <a:lnSpc>
                <a:spcPct val="100000"/>
              </a:lnSpc>
              <a:spcBef>
                <a:spcPts val="400"/>
              </a:spcBef>
              <a:buClr>
                <a:srgbClr val="2da2bf"/>
              </a:buClr>
              <a:buSzPct val="68000"/>
              <a:buFont typeface="Wingdings 3" charset="2"/>
              <a:buChar char="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2400" spc="-1" strike="noStrike">
                <a:solidFill>
                  <a:srgbClr val="1faecd"/>
                </a:solidFill>
                <a:latin typeface="Times New Roman"/>
                <a:ea typeface="Times New Roman"/>
              </a:rPr>
              <a:t>   </a:t>
            </a:r>
            <a:r>
              <a:rPr b="0" lang="en-US" sz="2400" spc="-1" strike="noStrike">
                <a:solidFill>
                  <a:srgbClr val="1faecd"/>
                </a:solidFill>
                <a:latin typeface="Times New Roman"/>
                <a:ea typeface="Times New Roman"/>
              </a:rPr>
              <a:t>Hardware Results </a:t>
            </a:r>
            <a:r>
              <a:rPr b="0" lang="en-US" sz="1400" spc="-1" strike="noStrike">
                <a:solidFill>
                  <a:srgbClr val="ff0000"/>
                </a:solidFill>
                <a:latin typeface="Times New Roman"/>
                <a:ea typeface="Times New Roman"/>
              </a:rPr>
              <a:t>(showing complete work)</a:t>
            </a:r>
            <a:r>
              <a:rPr b="0" lang="en-US" sz="2400" spc="-1" strike="noStrike">
                <a:solidFill>
                  <a:srgbClr val="1faecd"/>
                </a:solidFill>
                <a:latin typeface="Times New Roman"/>
                <a:ea typeface="Times New Roman"/>
              </a:rPr>
              <a:t> </a:t>
            </a:r>
            <a:endParaRPr b="0" lang="en-US" sz="2400" spc="-1" strike="noStrike">
              <a:solidFill>
                <a:srgbClr val="000000"/>
              </a:solidFill>
              <a:latin typeface="Lucida Sans Unicode"/>
            </a:endParaRPr>
          </a:p>
          <a:p>
            <a:pPr marL="365040" indent="-255600">
              <a:lnSpc>
                <a:spcPct val="100000"/>
              </a:lnSpc>
              <a:spcBef>
                <a:spcPts val="400"/>
              </a:spcBef>
              <a:buClr>
                <a:srgbClr val="2da2bf"/>
              </a:buClr>
              <a:buSzPct val="68000"/>
              <a:buFont typeface="Wingdings 3" charset="2"/>
              <a:buChar char="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2400" spc="-1" strike="noStrike">
                <a:solidFill>
                  <a:srgbClr val="1faecd"/>
                </a:solidFill>
                <a:latin typeface="Times New Roman"/>
                <a:ea typeface="Times New Roman"/>
              </a:rPr>
              <a:t>   </a:t>
            </a:r>
            <a:r>
              <a:rPr b="0" lang="en-US" sz="2400" spc="-1" strike="noStrike">
                <a:solidFill>
                  <a:srgbClr val="1faecd"/>
                </a:solidFill>
                <a:latin typeface="Times New Roman"/>
                <a:ea typeface="Times New Roman"/>
              </a:rPr>
              <a:t>Applications</a:t>
            </a:r>
            <a:endParaRPr b="0" lang="en-US" sz="2400" spc="-1" strike="noStrike">
              <a:solidFill>
                <a:srgbClr val="000000"/>
              </a:solidFill>
              <a:latin typeface="Lucida Sans Unicode"/>
            </a:endParaRPr>
          </a:p>
          <a:p>
            <a:pPr marL="365040" indent="-255600">
              <a:lnSpc>
                <a:spcPct val="100000"/>
              </a:lnSpc>
              <a:spcBef>
                <a:spcPts val="400"/>
              </a:spcBef>
              <a:buClr>
                <a:srgbClr val="2da2bf"/>
              </a:buClr>
              <a:buSzPct val="68000"/>
              <a:buFont typeface="Wingdings 3" charset="2"/>
              <a:buChar char="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2400" spc="-1" strike="noStrike">
                <a:solidFill>
                  <a:srgbClr val="1faecd"/>
                </a:solidFill>
                <a:latin typeface="Times New Roman"/>
                <a:ea typeface="Times New Roman"/>
              </a:rPr>
              <a:t>   </a:t>
            </a:r>
            <a:r>
              <a:rPr b="0" lang="en-US" sz="2400" spc="-1" strike="noStrike">
                <a:solidFill>
                  <a:srgbClr val="1faecd"/>
                </a:solidFill>
                <a:latin typeface="Times New Roman"/>
                <a:ea typeface="Times New Roman"/>
              </a:rPr>
              <a:t>Conclusion</a:t>
            </a:r>
            <a:endParaRPr b="0" lang="en-US" sz="2400" spc="-1" strike="noStrike">
              <a:solidFill>
                <a:srgbClr val="000000"/>
              </a:solidFill>
              <a:latin typeface="Lucida Sans Unicode"/>
            </a:endParaRPr>
          </a:p>
          <a:p>
            <a:pPr marL="365040" indent="-255600">
              <a:lnSpc>
                <a:spcPct val="100000"/>
              </a:lnSpc>
              <a:spcBef>
                <a:spcPts val="400"/>
              </a:spcBef>
              <a:buClr>
                <a:srgbClr val="2da2bf"/>
              </a:buClr>
              <a:buSzPct val="68000"/>
              <a:buFont typeface="Wingdings 3" charset="2"/>
              <a:buChar char="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2400" spc="-1" strike="noStrike">
                <a:solidFill>
                  <a:srgbClr val="1faecd"/>
                </a:solidFill>
                <a:latin typeface="Times New Roman"/>
                <a:ea typeface="Times New Roman"/>
              </a:rPr>
              <a:t>   </a:t>
            </a:r>
            <a:r>
              <a:rPr b="0" lang="en-US" sz="2400" spc="-1" strike="noStrike">
                <a:solidFill>
                  <a:srgbClr val="1faecd"/>
                </a:solidFill>
                <a:latin typeface="Times New Roman"/>
                <a:ea typeface="Times New Roman"/>
              </a:rPr>
              <a:t>References  </a:t>
            </a:r>
            <a:endParaRPr b="0" lang="en-US" sz="2400" spc="-1" strike="noStrike">
              <a:solidFill>
                <a:srgbClr val="000000"/>
              </a:solidFill>
              <a:latin typeface="Lucida Sans Unicode"/>
            </a:endParaRPr>
          </a:p>
          <a:p>
            <a:pPr marL="365040" indent="-255600">
              <a:lnSpc>
                <a:spcPct val="100000"/>
              </a:lnSpc>
              <a:spcBef>
                <a:spcPts val="400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2000" spc="-1" strike="noStrike">
                <a:solidFill>
                  <a:srgbClr val="000000"/>
                </a:solidFill>
                <a:latin typeface="Times New Roman"/>
                <a:ea typeface="Times New Roman"/>
              </a:rPr>
              <a:t>  </a:t>
            </a:r>
            <a:endParaRPr b="0" lang="en-US" sz="2000" spc="-1" strike="noStrike">
              <a:solidFill>
                <a:srgbClr val="000000"/>
              </a:solidFill>
              <a:latin typeface="Lucida Sans Unicode"/>
            </a:endParaRPr>
          </a:p>
          <a:p>
            <a:pPr marL="365040" indent="-255600">
              <a:lnSpc>
                <a:spcPct val="100000"/>
              </a:lnSpc>
              <a:spcBef>
                <a:spcPts val="400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US" sz="2000" spc="-1" strike="noStrike">
              <a:solidFill>
                <a:srgbClr val="000000"/>
              </a:solidFill>
              <a:latin typeface="Lucida Sans Unicode"/>
            </a:endParaRPr>
          </a:p>
          <a:p>
            <a:pPr marL="365040" indent="-255600">
              <a:spcBef>
                <a:spcPts val="400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US" sz="2400" spc="-1" strike="noStrike">
              <a:solidFill>
                <a:srgbClr val="000000"/>
              </a:solidFill>
              <a:latin typeface="Lucida Sans Unicode"/>
            </a:endParaRPr>
          </a:p>
          <a:p>
            <a:pPr marL="365040" indent="-255600">
              <a:lnSpc>
                <a:spcPct val="100000"/>
              </a:lnSpc>
              <a:spcBef>
                <a:spcPts val="400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US" sz="2800" spc="-1" strike="noStrike">
              <a:solidFill>
                <a:srgbClr val="000000"/>
              </a:solidFill>
              <a:latin typeface="Lucida Sans Unicode"/>
            </a:endParaRPr>
          </a:p>
          <a:p>
            <a:pPr marL="365040" indent="-255600">
              <a:spcBef>
                <a:spcPts val="400"/>
              </a:spcBef>
              <a:buClr>
                <a:srgbClr val="2da2bf"/>
              </a:buClr>
              <a:buSzPct val="68000"/>
              <a:buFont typeface="Wingdings" charset="2"/>
              <a:buChar char="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US" sz="2700" spc="-1" strike="noStrike">
              <a:solidFill>
                <a:srgbClr val="000000"/>
              </a:solidFill>
              <a:latin typeface="Lucida Sans Unicode"/>
            </a:endParaRPr>
          </a:p>
          <a:p>
            <a:pPr marL="365040" indent="-255600">
              <a:spcBef>
                <a:spcPts val="400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US" sz="2700" spc="-1" strike="noStrike">
              <a:solidFill>
                <a:srgbClr val="000000"/>
              </a:solidFill>
              <a:latin typeface="Lucida Sans Unicode"/>
            </a:endParaRPr>
          </a:p>
        </p:txBody>
      </p:sp>
      <p:pic>
        <p:nvPicPr>
          <p:cNvPr id="94" name="Title 2" descr=""/>
          <p:cNvPicPr/>
          <p:nvPr/>
        </p:nvPicPr>
        <p:blipFill>
          <a:blip r:embed="rId1"/>
          <a:stretch/>
        </p:blipFill>
        <p:spPr>
          <a:xfrm>
            <a:off x="457200" y="274680"/>
            <a:ext cx="8229600" cy="1146240"/>
          </a:xfrm>
          <a:prstGeom prst="rect">
            <a:avLst/>
          </a:prstGeom>
          <a:ln w="0">
            <a:noFill/>
          </a:ln>
        </p:spPr>
      </p:pic>
      <p:sp>
        <p:nvSpPr>
          <p:cNvPr id="95" name="Date Placeholder 3"/>
          <p:cNvSpPr/>
          <p:nvPr/>
        </p:nvSpPr>
        <p:spPr>
          <a:xfrm>
            <a:off x="6705720" y="6492960"/>
            <a:ext cx="1919160" cy="365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b">
            <a:normAutofit/>
          </a:bodyPr>
          <a:p>
            <a: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1200" spc="-1" strike="noStrike">
                <a:solidFill>
                  <a:srgbClr val="464646"/>
                </a:solidFill>
                <a:latin typeface="Times New Roman"/>
                <a:ea typeface="Times New Roman"/>
              </a:rPr>
              <a:t>Date: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6" name="Slide Number Placeholder 4"/>
          <p:cNvSpPr/>
          <p:nvPr/>
        </p:nvSpPr>
        <p:spPr>
          <a:xfrm>
            <a:off x="8534520" y="6477120"/>
            <a:ext cx="366480" cy="365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b">
            <a:normAutofit/>
          </a:bodyPr>
          <a:p>
            <a:pPr algn="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1200" spc="-1" strike="noStrike">
                <a:solidFill>
                  <a:srgbClr val="000000"/>
                </a:solidFill>
                <a:latin typeface="Times New Roman"/>
                <a:ea typeface="Times New Roman"/>
              </a:rPr>
              <a:t>2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7" name="Footer Placeholder 6"/>
          <p:cNvSpPr/>
          <p:nvPr/>
        </p:nvSpPr>
        <p:spPr>
          <a:xfrm>
            <a:off x="-685800" y="6492960"/>
            <a:ext cx="2351160" cy="365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b">
            <a:normAutofit/>
          </a:bodyPr>
          <a:p>
            <a:pPr algn="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i="1" lang="en-US" sz="1300" spc="-1" strike="noStrike">
                <a:solidFill>
                  <a:srgbClr val="000000"/>
                </a:solidFill>
                <a:latin typeface="Times New Roman"/>
                <a:ea typeface="Times New Roman"/>
              </a:rPr>
              <a:t>SIES GST, Nerul</a:t>
            </a:r>
            <a:endParaRPr b="0" lang="en-US" sz="13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98" name="Picture 3" descr=""/>
          <p:cNvPicPr/>
          <p:nvPr/>
        </p:nvPicPr>
        <p:blipFill>
          <a:blip r:embed="rId2"/>
          <a:stretch/>
        </p:blipFill>
        <p:spPr>
          <a:xfrm>
            <a:off x="0" y="23760"/>
            <a:ext cx="1981080" cy="104292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"/>
          <p:cNvSpPr txBox="1"/>
          <p:nvPr/>
        </p:nvSpPr>
        <p:spPr>
          <a:xfrm>
            <a:off x="457200" y="1250000"/>
            <a:ext cx="8229600" cy="4400000"/>
          </a:xfrm>
          <a:prstGeom prst="rect">
            <a:avLst/>
          </a:prstGeom>
          <a:noFill/>
          <a:ln w="0">
            <a:noFill/>
          </a:ln>
        </p:spPr>
        <p:txBody>
          <a:bodyPr anchor="t"/>
          <a:p>
            <a:pPr marL="0" indent="0">
              <a:spcBef>
                <a:spcPts val="900"/>
              </a:spcBef>
              <a:buNone/>
            </a:pPr>
            <a:r>
              <a:rPr sz="2000" b="1" i="0">
                <a:solidFill>
                  <a:srgbClr val="1FAECD"/>
                </a:solidFill>
                <a:latin typeface="Times New Roman"/>
                <a:ea typeface="Times New Roman"/>
              </a:rPr>
              <a:t>Need of the project</a:t>
            </a:r>
          </a:p>
          <a:p>
            <a:pPr marL="365040" indent="-255600">
              <a:lnSpc>
                <a:spcPct val="100000"/>
              </a:lnSpc>
              <a:spcBef>
                <a:spcPts val="300"/>
              </a:spcBef>
              <a:buClr>
                <a:srgbClr val="2da2bf"/>
              </a:buClr>
              <a:buSzPct val="68000"/>
              <a:buFont typeface="Wingdings 3" charset="2"/>
              <a:buChar char="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sz="1800" b="0" i="0">
                <a:solidFill>
                  <a:srgbClr val="000000"/>
                </a:solidFill>
                <a:latin typeface="Times New Roman"/>
                <a:ea typeface="Times New Roman"/>
              </a:rPr>
              <a:t>Shoppers wait in billing queues even to pay for 2-3 items</a:t>
            </a:r>
          </a:p>
          <a:p>
            <a:pPr marL="365040" indent="-255600">
              <a:lnSpc>
                <a:spcPct val="100000"/>
              </a:lnSpc>
              <a:spcBef>
                <a:spcPts val="300"/>
              </a:spcBef>
              <a:buClr>
                <a:srgbClr val="2da2bf"/>
              </a:buClr>
              <a:buSzPct val="68000"/>
              <a:buFont typeface="Wingdings 3" charset="2"/>
              <a:buChar char="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sz="1800" b="0" i="0">
                <a:solidFill>
                  <a:srgbClr val="000000"/>
                </a:solidFill>
                <a:latin typeface="Times New Roman"/>
                <a:ea typeface="Times New Roman"/>
              </a:rPr>
              <a:t>Counter billing is slow, needs staff at every till and is open to errors</a:t>
            </a:r>
          </a:p>
          <a:p>
            <a:pPr marL="365040" indent="-255600">
              <a:lnSpc>
                <a:spcPct val="100000"/>
              </a:lnSpc>
              <a:spcBef>
                <a:spcPts val="300"/>
              </a:spcBef>
              <a:buClr>
                <a:srgbClr val="2da2bf"/>
              </a:buClr>
              <a:buSzPct val="68000"/>
              <a:buFont typeface="Wingdings 3" charset="2"/>
              <a:buChar char="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sz="1800" b="0" i="0">
                <a:solidFill>
                  <a:srgbClr val="000000"/>
                </a:solidFill>
                <a:latin typeface="Times New Roman"/>
                <a:ea typeface="Times New Roman"/>
              </a:rPr>
              <a:t>Checking at the exit that a customer has really paid is done by eye</a:t>
            </a:r>
          </a:p>
          <a:p>
            <a:pPr marL="365040" indent="-255600">
              <a:lnSpc>
                <a:spcPct val="100000"/>
              </a:lnSpc>
              <a:spcBef>
                <a:spcPts val="300"/>
              </a:spcBef>
              <a:buClr>
                <a:srgbClr val="2da2bf"/>
              </a:buClr>
              <a:buSzPct val="68000"/>
              <a:buFont typeface="Wingdings 3" charset="2"/>
              <a:buChar char="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sz="1800" b="0" i="0">
                <a:solidFill>
                  <a:srgbClr val="000000"/>
                </a:solidFill>
                <a:latin typeface="Times New Roman"/>
                <a:ea typeface="Times New Roman"/>
              </a:rPr>
              <a:t>Smart carts in IEEE work need an RFID tag on every product or a screen on the cart</a:t>
            </a:r>
          </a:p>
          <a:p>
            <a:pPr marL="0" indent="0">
              <a:spcBef>
                <a:spcPts val="900"/>
              </a:spcBef>
              <a:buNone/>
            </a:pPr>
            <a:r>
              <a:rPr sz="2000" b="1" i="0">
                <a:solidFill>
                  <a:srgbClr val="1FAECD"/>
                </a:solidFill>
                <a:latin typeface="Times New Roman"/>
                <a:ea typeface="Times New Roman"/>
              </a:rPr>
              <a:t>Our solution: SmartCart</a:t>
            </a:r>
          </a:p>
          <a:p>
            <a:pPr marL="365040" indent="-255600">
              <a:lnSpc>
                <a:spcPct val="100000"/>
              </a:lnSpc>
              <a:spcBef>
                <a:spcPts val="300"/>
              </a:spcBef>
              <a:buClr>
                <a:srgbClr val="2da2bf"/>
              </a:buClr>
              <a:buSzPct val="68000"/>
              <a:buFont typeface="Wingdings 3" charset="2"/>
              <a:buChar char="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sz="1800" b="0" i="0">
                <a:solidFill>
                  <a:srgbClr val="000000"/>
                </a:solidFill>
                <a:latin typeface="Times New Roman"/>
                <a:ea typeface="Times New Roman"/>
              </a:rPr>
              <a:t>Shopper scans the barcode already printed on each pack with their own phone</a:t>
            </a:r>
          </a:p>
          <a:p>
            <a:pPr marL="365040" indent="-255600">
              <a:lnSpc>
                <a:spcPct val="100000"/>
              </a:lnSpc>
              <a:spcBef>
                <a:spcPts val="300"/>
              </a:spcBef>
              <a:buClr>
                <a:srgbClr val="2da2bf"/>
              </a:buClr>
              <a:buSzPct val="68000"/>
              <a:buFont typeface="Wingdings 3" charset="2"/>
              <a:buChar char="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sz="1800" b="0" i="0">
                <a:solidFill>
                  <a:srgbClr val="000000"/>
                </a:solidFill>
                <a:latin typeface="Times New Roman"/>
                <a:ea typeface="Times New Roman"/>
              </a:rPr>
              <a:t>Bill is paid from an in-app SmartCart Wallet (topped up by cash or UPI)</a:t>
            </a:r>
          </a:p>
          <a:p>
            <a:pPr marL="365040" indent="-255600">
              <a:lnSpc>
                <a:spcPct val="100000"/>
              </a:lnSpc>
              <a:spcBef>
                <a:spcPts val="300"/>
              </a:spcBef>
              <a:buClr>
                <a:srgbClr val="2da2bf"/>
              </a:buClr>
              <a:buSzPct val="68000"/>
              <a:buFont typeface="Wingdings 3" charset="2"/>
              <a:buChar char="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sz="1800" b="0" i="0">
                <a:solidFill>
                  <a:srgbClr val="000000"/>
                </a:solidFill>
                <a:latin typeface="Times New Roman"/>
                <a:ea typeface="Times New Roman"/>
              </a:rPr>
              <a:t>A Raspberry Pi camera checks a signed, one-time exit pass before the shopper leaves</a:t>
            </a:r>
          </a:p>
          <a:p>
            <a:pPr marL="365040" indent="-255600">
              <a:lnSpc>
                <a:spcPct val="100000"/>
              </a:lnSpc>
              <a:spcBef>
                <a:spcPts val="300"/>
              </a:spcBef>
              <a:buClr>
                <a:srgbClr val="2da2bf"/>
              </a:buClr>
              <a:buSzPct val="68000"/>
              <a:buFont typeface="Wingdings 3" charset="2"/>
              <a:buChar char="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sz="1800" b="0" i="0">
                <a:solidFill>
                  <a:srgbClr val="000000"/>
                </a:solidFill>
                <a:latin typeface="Times New Roman"/>
                <a:ea typeface="Times New Roman"/>
              </a:rPr>
              <a:t>Live at smartcart-gkrx.onrender.com</a:t>
            </a:r>
          </a:p>
        </p:txBody>
      </p:sp>
      <p:sp>
        <p:nvSpPr>
          <p:cNvPr id="95" name="Date Placeholder 3"/>
          <p:cNvSpPr/>
          <p:nvPr/>
        </p:nvSpPr>
        <p:spPr>
          <a:xfrm>
            <a:off x="6705720" y="6492960"/>
            <a:ext cx="1919160" cy="365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b">
            <a:normAutofit/>
          </a:bodyPr>
          <a:p>
            <a: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1200" spc="-1" strike="noStrike">
                <a:solidFill>
                  <a:srgbClr val="464646"/>
                </a:solidFill>
                <a:latin typeface="Times New Roman"/>
                <a:ea typeface="Times New Roman"/>
              </a:rPr>
              <a:t>Date: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6" name="Slide Number Placeholder 4"/>
          <p:cNvSpPr/>
          <p:nvPr/>
        </p:nvSpPr>
        <p:spPr>
          <a:xfrm>
            <a:off x="8534520" y="6477120"/>
            <a:ext cx="366480" cy="365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b">
            <a:normAutofit/>
          </a:bodyPr>
          <a:p>
            <a:pPr algn="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1200" spc="-1" strike="noStrike">
                <a:solidFill>
                  <a:srgbClr val="000000"/>
                </a:solidFill>
                <a:latin typeface="Times New Roman"/>
                <a:ea typeface="Times New Roman"/>
              </a:rPr>
              <a:t>3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7" name="Footer Placeholder 6"/>
          <p:cNvSpPr/>
          <p:nvPr/>
        </p:nvSpPr>
        <p:spPr>
          <a:xfrm>
            <a:off x="-685800" y="6492960"/>
            <a:ext cx="2351160" cy="365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b">
            <a:normAutofit/>
          </a:bodyPr>
          <a:p>
            <a:pPr algn="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i="1" lang="en-US" sz="1300" spc="-1" strike="noStrike">
                <a:solidFill>
                  <a:srgbClr val="000000"/>
                </a:solidFill>
                <a:latin typeface="Times New Roman"/>
                <a:ea typeface="Times New Roman"/>
              </a:rPr>
              <a:t>SIES GST, Nerul</a:t>
            </a:r>
            <a:endParaRPr b="0" lang="en-US" sz="13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98" name="Picture 3" descr=""/>
          <p:cNvPicPr/>
          <p:nvPr/>
        </p:nvPicPr>
        <p:blipFill>
          <a:blip r:embed="rId2"/>
          <a:stretch/>
        </p:blipFill>
        <p:spPr>
          <a:xfrm>
            <a:off x="0" y="23760"/>
            <a:ext cx="1981080" cy="1042920"/>
          </a:xfrm>
          <a:prstGeom prst="rect">
            <a:avLst/>
          </a:prstGeom>
          <a:ln w="0">
            <a:noFill/>
          </a:ln>
        </p:spPr>
      </p:pic>
      <p:sp>
        <p:nvSpPr>
          <p:cNvPr id="99" name="TextBox 98"/>
          <p:cNvSpPr txBox="1"/>
          <p:nvPr/>
        </p:nvSpPr>
        <p:spPr>
          <a:xfrm>
            <a:off x="1981080" y="300000"/>
            <a:ext cx="6705600" cy="76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2400" b="1" i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000"/>
                    </a:srgbClr>
                  </a:outerShdw>
                </a:effectLst>
                <a:latin typeface="Times New Roman"/>
                <a:ea typeface="Times New Roman"/>
              </a:rPr>
              <a:t>Introduction</a:t>
            </a: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Date Placeholder 3"/>
          <p:cNvSpPr/>
          <p:nvPr/>
        </p:nvSpPr>
        <p:spPr>
          <a:xfrm>
            <a:off x="6705720" y="6492960"/>
            <a:ext cx="1919160" cy="365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b">
            <a:normAutofit/>
          </a:bodyPr>
          <a:p>
            <a: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1200" spc="-1" strike="noStrike">
                <a:solidFill>
                  <a:srgbClr val="464646"/>
                </a:solidFill>
                <a:latin typeface="Times New Roman"/>
                <a:ea typeface="Times New Roman"/>
              </a:rPr>
              <a:t>Date: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6" name="Slide Number Placeholder 4"/>
          <p:cNvSpPr/>
          <p:nvPr/>
        </p:nvSpPr>
        <p:spPr>
          <a:xfrm>
            <a:off x="8534520" y="6477120"/>
            <a:ext cx="366480" cy="365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b">
            <a:normAutofit/>
          </a:bodyPr>
          <a:p>
            <a:pPr algn="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1200" spc="-1" strike="noStrike">
                <a:solidFill>
                  <a:srgbClr val="000000"/>
                </a:solidFill>
                <a:latin typeface="Times New Roman"/>
                <a:ea typeface="Times New Roman"/>
              </a:rPr>
              <a:t>4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7" name="Footer Placeholder 6"/>
          <p:cNvSpPr/>
          <p:nvPr/>
        </p:nvSpPr>
        <p:spPr>
          <a:xfrm>
            <a:off x="-685800" y="6492960"/>
            <a:ext cx="2351160" cy="365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b">
            <a:normAutofit/>
          </a:bodyPr>
          <a:p>
            <a:pPr algn="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i="1" lang="en-US" sz="1300" spc="-1" strike="noStrike">
                <a:solidFill>
                  <a:srgbClr val="000000"/>
                </a:solidFill>
                <a:latin typeface="Times New Roman"/>
                <a:ea typeface="Times New Roman"/>
              </a:rPr>
              <a:t>SIES GST, Nerul</a:t>
            </a:r>
            <a:endParaRPr b="0" lang="en-US" sz="13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98" name="Picture 3" descr=""/>
          <p:cNvPicPr/>
          <p:nvPr/>
        </p:nvPicPr>
        <p:blipFill>
          <a:blip r:embed="rId2"/>
          <a:stretch/>
        </p:blipFill>
        <p:spPr>
          <a:xfrm>
            <a:off x="0" y="23760"/>
            <a:ext cx="1981080" cy="1042920"/>
          </a:xfrm>
          <a:prstGeom prst="rect">
            <a:avLst/>
          </a:prstGeom>
          <a:ln w="0">
            <a:noFill/>
          </a:ln>
        </p:spPr>
      </p:pic>
      <p:sp>
        <p:nvSpPr>
          <p:cNvPr id="99" name="TextBox 98"/>
          <p:cNvSpPr txBox="1"/>
          <p:nvPr/>
        </p:nvSpPr>
        <p:spPr>
          <a:xfrm>
            <a:off x="1981080" y="300000"/>
            <a:ext cx="6705600" cy="76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2400" b="1" i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000"/>
                    </a:srgbClr>
                  </a:outerShdw>
                </a:effectLst>
                <a:latin typeface="Times New Roman"/>
                <a:ea typeface="Times New Roman"/>
              </a:rPr>
              <a:t>Methodology</a:t>
            </a:r>
          </a:p>
        </p:txBody>
      </p:sp>
      <p:pic>
        <p:nvPicPr>
          <p:cNvPr id="100" name="Picture 99" descr="fig_flow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96308" y="1150000"/>
            <a:ext cx="6551383" cy="4500000"/>
          </a:xfrm>
          <a:prstGeom prst="rect">
            <a:avLst/>
          </a:prstGeom>
          <a:ln w="9525">
            <a:solidFill>
              <a:srgbClr val="BFBFBF"/>
            </a:solidFill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Date Placeholder 3"/>
          <p:cNvSpPr/>
          <p:nvPr/>
        </p:nvSpPr>
        <p:spPr>
          <a:xfrm>
            <a:off x="6705720" y="6492960"/>
            <a:ext cx="1919160" cy="365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b">
            <a:normAutofit/>
          </a:bodyPr>
          <a:p>
            <a: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1200" spc="-1" strike="noStrike">
                <a:solidFill>
                  <a:srgbClr val="464646"/>
                </a:solidFill>
                <a:latin typeface="Times New Roman"/>
                <a:ea typeface="Times New Roman"/>
              </a:rPr>
              <a:t>Date: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6" name="Slide Number Placeholder 4"/>
          <p:cNvSpPr/>
          <p:nvPr/>
        </p:nvSpPr>
        <p:spPr>
          <a:xfrm>
            <a:off x="8534520" y="6477120"/>
            <a:ext cx="366480" cy="365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b">
            <a:normAutofit/>
          </a:bodyPr>
          <a:p>
            <a:pPr algn="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1200" spc="-1" strike="noStrike">
                <a:solidFill>
                  <a:srgbClr val="000000"/>
                </a:solidFill>
                <a:latin typeface="Times New Roman"/>
                <a:ea typeface="Times New Roman"/>
              </a:rPr>
              <a:t>5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7" name="Footer Placeholder 6"/>
          <p:cNvSpPr/>
          <p:nvPr/>
        </p:nvSpPr>
        <p:spPr>
          <a:xfrm>
            <a:off x="-685800" y="6492960"/>
            <a:ext cx="2351160" cy="365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b">
            <a:normAutofit/>
          </a:bodyPr>
          <a:p>
            <a:pPr algn="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i="1" lang="en-US" sz="1300" spc="-1" strike="noStrike">
                <a:solidFill>
                  <a:srgbClr val="000000"/>
                </a:solidFill>
                <a:latin typeface="Times New Roman"/>
                <a:ea typeface="Times New Roman"/>
              </a:rPr>
              <a:t>SIES GST, Nerul</a:t>
            </a:r>
            <a:endParaRPr b="0" lang="en-US" sz="13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98" name="Picture 3" descr=""/>
          <p:cNvPicPr/>
          <p:nvPr/>
        </p:nvPicPr>
        <p:blipFill>
          <a:blip r:embed="rId2"/>
          <a:stretch/>
        </p:blipFill>
        <p:spPr>
          <a:xfrm>
            <a:off x="0" y="23760"/>
            <a:ext cx="1981080" cy="1042920"/>
          </a:xfrm>
          <a:prstGeom prst="rect">
            <a:avLst/>
          </a:prstGeom>
          <a:ln w="0">
            <a:noFill/>
          </a:ln>
        </p:spPr>
      </p:pic>
      <p:sp>
        <p:nvSpPr>
          <p:cNvPr id="99" name="TextBox 98"/>
          <p:cNvSpPr txBox="1"/>
          <p:nvPr/>
        </p:nvSpPr>
        <p:spPr>
          <a:xfrm>
            <a:off x="1981080" y="300000"/>
            <a:ext cx="6705600" cy="76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2400" b="1" i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000"/>
                    </a:srgbClr>
                  </a:outerShdw>
                </a:effectLst>
                <a:latin typeface="Times New Roman"/>
                <a:ea typeface="Times New Roman"/>
              </a:rPr>
              <a:t>System Architecture - Block Diagram</a:t>
            </a:r>
          </a:p>
        </p:txBody>
      </p:sp>
      <p:pic>
        <p:nvPicPr>
          <p:cNvPr id="100" name="Picture 99" descr="fig_block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19366" y="1150000"/>
            <a:ext cx="7905267" cy="4550000"/>
          </a:xfrm>
          <a:prstGeom prst="rect">
            <a:avLst/>
          </a:prstGeom>
          <a:ln w="9525">
            <a:solidFill>
              <a:srgbClr val="BFBFBF"/>
            </a:solidFill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Date Placeholder 3"/>
          <p:cNvSpPr/>
          <p:nvPr/>
        </p:nvSpPr>
        <p:spPr>
          <a:xfrm>
            <a:off x="6705720" y="6492960"/>
            <a:ext cx="1919160" cy="365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b">
            <a:normAutofit/>
          </a:bodyPr>
          <a:p>
            <a: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1200" spc="-1" strike="noStrike">
                <a:solidFill>
                  <a:srgbClr val="464646"/>
                </a:solidFill>
                <a:latin typeface="Times New Roman"/>
                <a:ea typeface="Times New Roman"/>
              </a:rPr>
              <a:t>Date: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6" name="Slide Number Placeholder 4"/>
          <p:cNvSpPr/>
          <p:nvPr/>
        </p:nvSpPr>
        <p:spPr>
          <a:xfrm>
            <a:off x="8534520" y="6477120"/>
            <a:ext cx="366480" cy="365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b">
            <a:normAutofit/>
          </a:bodyPr>
          <a:p>
            <a:pPr algn="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1200" spc="-1" strike="noStrike">
                <a:solidFill>
                  <a:srgbClr val="000000"/>
                </a:solidFill>
                <a:latin typeface="Times New Roman"/>
                <a:ea typeface="Times New Roman"/>
              </a:rPr>
              <a:t>6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7" name="Footer Placeholder 6"/>
          <p:cNvSpPr/>
          <p:nvPr/>
        </p:nvSpPr>
        <p:spPr>
          <a:xfrm>
            <a:off x="-685800" y="6492960"/>
            <a:ext cx="2351160" cy="365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b">
            <a:normAutofit/>
          </a:bodyPr>
          <a:p>
            <a:pPr algn="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i="1" lang="en-US" sz="1300" spc="-1" strike="noStrike">
                <a:solidFill>
                  <a:srgbClr val="000000"/>
                </a:solidFill>
                <a:latin typeface="Times New Roman"/>
                <a:ea typeface="Times New Roman"/>
              </a:rPr>
              <a:t>SIES GST, Nerul</a:t>
            </a:r>
            <a:endParaRPr b="0" lang="en-US" sz="13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98" name="Picture 3" descr=""/>
          <p:cNvPicPr/>
          <p:nvPr/>
        </p:nvPicPr>
        <p:blipFill>
          <a:blip r:embed="rId2"/>
          <a:stretch/>
        </p:blipFill>
        <p:spPr>
          <a:xfrm>
            <a:off x="0" y="23760"/>
            <a:ext cx="1981080" cy="1042920"/>
          </a:xfrm>
          <a:prstGeom prst="rect">
            <a:avLst/>
          </a:prstGeom>
          <a:ln w="0">
            <a:noFill/>
          </a:ln>
        </p:spPr>
      </p:pic>
      <p:sp>
        <p:nvSpPr>
          <p:cNvPr id="99" name="TextBox 98"/>
          <p:cNvSpPr txBox="1"/>
          <p:nvPr/>
        </p:nvSpPr>
        <p:spPr>
          <a:xfrm>
            <a:off x="1981080" y="300000"/>
            <a:ext cx="6705600" cy="76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2400" b="1" i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000"/>
                    </a:srgbClr>
                  </a:outerShdw>
                </a:effectLst>
                <a:latin typeface="Times New Roman"/>
                <a:ea typeface="Times New Roman"/>
              </a:rPr>
              <a:t>System Architecture - Circuit Diagram</a:t>
            </a:r>
          </a:p>
        </p:txBody>
      </p:sp>
      <p:pic>
        <p:nvPicPr>
          <p:cNvPr id="100" name="Picture 99" descr="fig_circuit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00245" y="1150000"/>
            <a:ext cx="7543510" cy="4550000"/>
          </a:xfrm>
          <a:prstGeom prst="rect">
            <a:avLst/>
          </a:prstGeom>
          <a:ln w="9525">
            <a:solidFill>
              <a:srgbClr val="BFBFBF"/>
            </a:solidFill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Date Placeholder 3"/>
          <p:cNvSpPr/>
          <p:nvPr/>
        </p:nvSpPr>
        <p:spPr>
          <a:xfrm>
            <a:off x="6705720" y="6492960"/>
            <a:ext cx="1919160" cy="365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b">
            <a:normAutofit/>
          </a:bodyPr>
          <a:p>
            <a: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1200" spc="-1" strike="noStrike">
                <a:solidFill>
                  <a:srgbClr val="464646"/>
                </a:solidFill>
                <a:latin typeface="Times New Roman"/>
                <a:ea typeface="Times New Roman"/>
              </a:rPr>
              <a:t>Date: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6" name="Slide Number Placeholder 4"/>
          <p:cNvSpPr/>
          <p:nvPr/>
        </p:nvSpPr>
        <p:spPr>
          <a:xfrm>
            <a:off x="8534520" y="6477120"/>
            <a:ext cx="366480" cy="365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b">
            <a:normAutofit/>
          </a:bodyPr>
          <a:p>
            <a:pPr algn="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1200" spc="-1" strike="noStrike">
                <a:solidFill>
                  <a:srgbClr val="000000"/>
                </a:solidFill>
                <a:latin typeface="Times New Roman"/>
                <a:ea typeface="Times New Roman"/>
              </a:rPr>
              <a:t>7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7" name="Footer Placeholder 6"/>
          <p:cNvSpPr/>
          <p:nvPr/>
        </p:nvSpPr>
        <p:spPr>
          <a:xfrm>
            <a:off x="-685800" y="6492960"/>
            <a:ext cx="2351160" cy="365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b">
            <a:normAutofit/>
          </a:bodyPr>
          <a:p>
            <a:pPr algn="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i="1" lang="en-US" sz="1300" spc="-1" strike="noStrike">
                <a:solidFill>
                  <a:srgbClr val="000000"/>
                </a:solidFill>
                <a:latin typeface="Times New Roman"/>
                <a:ea typeface="Times New Roman"/>
              </a:rPr>
              <a:t>SIES GST, Nerul</a:t>
            </a:r>
            <a:endParaRPr b="0" lang="en-US" sz="13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98" name="Picture 3" descr=""/>
          <p:cNvPicPr/>
          <p:nvPr/>
        </p:nvPicPr>
        <p:blipFill>
          <a:blip r:embed="rId2"/>
          <a:stretch/>
        </p:blipFill>
        <p:spPr>
          <a:xfrm>
            <a:off x="0" y="23760"/>
            <a:ext cx="1981080" cy="1042920"/>
          </a:xfrm>
          <a:prstGeom prst="rect">
            <a:avLst/>
          </a:prstGeom>
          <a:ln w="0">
            <a:noFill/>
          </a:ln>
        </p:spPr>
      </p:pic>
      <p:sp>
        <p:nvSpPr>
          <p:cNvPr id="99" name="TextBox 98"/>
          <p:cNvSpPr txBox="1"/>
          <p:nvPr/>
        </p:nvSpPr>
        <p:spPr>
          <a:xfrm>
            <a:off x="1981080" y="300000"/>
            <a:ext cx="6705600" cy="76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2400" b="1" i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000"/>
                    </a:srgbClr>
                  </a:outerShdw>
                </a:effectLst>
                <a:latin typeface="Times New Roman"/>
                <a:ea typeface="Times New Roman"/>
              </a:rPr>
              <a:t>Hardware Requirement</a:t>
            </a:r>
          </a:p>
        </p:txBody>
      </p:sp>
      <p:graphicFrame>
        <p:nvGraphicFramePr>
          <p:cNvPr id="100" name="Table 99"/>
          <p:cNvGraphicFramePr>
            <a:graphicFrameLocks noGrp="1"/>
          </p:cNvGraphicFramePr>
          <p:nvPr/>
        </p:nvGraphicFramePr>
        <p:xfrm>
          <a:off x="457200" y="1250000"/>
          <a:ext cx="8229600" cy="3700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500000"/>
                <a:gridCol w="2900000"/>
                <a:gridCol w="2829600"/>
              </a:tblGrid>
              <a:tr h="462500">
                <a:tc>
                  <a:txBody>
                    <a:bodyPr/>
                    <a:lstStyle/>
                    <a:p>
                      <a:r>
                        <a:rPr sz="1600" b="1" i="0">
                          <a:solidFill>
                            <a:srgbClr val="FFFFFF"/>
                          </a:solidFill>
                          <a:latin typeface="Times New Roman"/>
                          <a:ea typeface="Times New Roman"/>
                        </a:rPr>
                        <a:t>Component</a:t>
                      </a:r>
                    </a:p>
                  </a:txBody>
                  <a:tcPr marT="40000" marB="40000">
                    <a:solidFill>
                      <a:srgbClr val="1FAEC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 b="1" i="0">
                          <a:solidFill>
                            <a:srgbClr val="FFFFFF"/>
                          </a:solidFill>
                          <a:latin typeface="Times New Roman"/>
                          <a:ea typeface="Times New Roman"/>
                        </a:rPr>
                        <a:t>Specification</a:t>
                      </a:r>
                    </a:p>
                  </a:txBody>
                  <a:tcPr marT="40000" marB="40000">
                    <a:solidFill>
                      <a:srgbClr val="1FAEC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 b="1" i="0">
                          <a:solidFill>
                            <a:srgbClr val="FFFFFF"/>
                          </a:solidFill>
                          <a:latin typeface="Times New Roman"/>
                          <a:ea typeface="Times New Roman"/>
                        </a:rPr>
                        <a:t>Purpose</a:t>
                      </a:r>
                    </a:p>
                  </a:txBody>
                  <a:tcPr marT="40000" marB="40000">
                    <a:solidFill>
                      <a:srgbClr val="1FAECD"/>
                    </a:solidFill>
                  </a:tcPr>
                </a:tc>
              </a:tr>
              <a:tr h="462500">
                <a:tc>
                  <a:txBody>
                    <a:bodyPr/>
                    <a:lstStyle/>
                    <a:p>
                      <a:r>
                        <a:rPr sz="1400" b="1" i="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</a:rPr>
                        <a:t>Raspberry Pi 4 Model B</a:t>
                      </a:r>
                    </a:p>
                  </a:txBody>
                  <a:tcPr marT="40000" marB="400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 i="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</a:rPr>
                        <a:t>Quad-core ARM, Wi-Fi, 40-pin GPIO</a:t>
                      </a:r>
                    </a:p>
                  </a:txBody>
                  <a:tcPr marT="40000" marB="400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 i="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</a:rPr>
                        <a:t>Runs the cart / exit-gate program</a:t>
                      </a:r>
                    </a:p>
                  </a:txBody>
                  <a:tcPr marT="40000" marB="40000">
                    <a:solidFill>
                      <a:srgbClr val="FFFFFF"/>
                    </a:solidFill>
                  </a:tcPr>
                </a:tc>
              </a:tr>
              <a:tr h="462500">
                <a:tc>
                  <a:txBody>
                    <a:bodyPr/>
                    <a:lstStyle/>
                    <a:p>
                      <a:r>
                        <a:rPr sz="1400" b="1" i="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</a:rPr>
                        <a:t>Pi Camera v2</a:t>
                      </a:r>
                    </a:p>
                  </a:txBody>
                  <a:tcPr marT="40000" marB="40000">
                    <a:solidFill>
                      <a:srgbClr val="E3F5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 i="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</a:rPr>
                        <a:t>8 MP, CSI ribbon</a:t>
                      </a:r>
                    </a:p>
                  </a:txBody>
                  <a:tcPr marT="40000" marB="40000">
                    <a:solidFill>
                      <a:srgbClr val="E3F5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 i="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</a:rPr>
                        <a:t>Reads exit-pass and wallet-token QR codes</a:t>
                      </a:r>
                    </a:p>
                  </a:txBody>
                  <a:tcPr marT="40000" marB="40000">
                    <a:solidFill>
                      <a:srgbClr val="E3F5FA"/>
                    </a:solidFill>
                  </a:tcPr>
                </a:tc>
              </a:tr>
              <a:tr h="462500">
                <a:tc>
                  <a:txBody>
                    <a:bodyPr/>
                    <a:lstStyle/>
                    <a:p>
                      <a:r>
                        <a:rPr sz="1400" b="1" i="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</a:rPr>
                        <a:t>Load cell + HX711</a:t>
                      </a:r>
                    </a:p>
                  </a:txBody>
                  <a:tcPr marT="40000" marB="400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 i="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</a:rPr>
                        <a:t>10 kg strain gauge, 24-bit ADC</a:t>
                      </a:r>
                    </a:p>
                  </a:txBody>
                  <a:tcPr marT="40000" marB="400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 i="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</a:rPr>
                        <a:t>Item weight check (built, switched off)</a:t>
                      </a:r>
                    </a:p>
                  </a:txBody>
                  <a:tcPr marT="40000" marB="40000">
                    <a:solidFill>
                      <a:srgbClr val="FFFFFF"/>
                    </a:solidFill>
                  </a:tcPr>
                </a:tc>
              </a:tr>
              <a:tr h="462500">
                <a:tc>
                  <a:txBody>
                    <a:bodyPr/>
                    <a:lstStyle/>
                    <a:p>
                      <a:r>
                        <a:rPr sz="1400" b="1" i="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</a:rPr>
                        <a:t>Green and red LEDs</a:t>
                      </a:r>
                    </a:p>
                  </a:txBody>
                  <a:tcPr marT="40000" marB="40000">
                    <a:solidFill>
                      <a:srgbClr val="E3F5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 i="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</a:rPr>
                        <a:t>5 mm, with 220 Ω resistors</a:t>
                      </a:r>
                    </a:p>
                  </a:txBody>
                  <a:tcPr marT="40000" marB="40000">
                    <a:solidFill>
                      <a:srgbClr val="E3F5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 i="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</a:rPr>
                        <a:t>OK / stop signal</a:t>
                      </a:r>
                    </a:p>
                  </a:txBody>
                  <a:tcPr marT="40000" marB="40000">
                    <a:solidFill>
                      <a:srgbClr val="E3F5FA"/>
                    </a:solidFill>
                  </a:tcPr>
                </a:tc>
              </a:tr>
              <a:tr h="462500">
                <a:tc>
                  <a:txBody>
                    <a:bodyPr/>
                    <a:lstStyle/>
                    <a:p>
                      <a:r>
                        <a:rPr sz="1400" b="1" i="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</a:rPr>
                        <a:t>Active buzzer</a:t>
                      </a:r>
                    </a:p>
                  </a:txBody>
                  <a:tcPr marT="40000" marB="400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 i="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</a:rPr>
                        <a:t>3.3 V</a:t>
                      </a:r>
                    </a:p>
                  </a:txBody>
                  <a:tcPr marT="40000" marB="400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 i="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</a:rPr>
                        <a:t>Beep for OK / alert</a:t>
                      </a:r>
                    </a:p>
                  </a:txBody>
                  <a:tcPr marT="40000" marB="40000">
                    <a:solidFill>
                      <a:srgbClr val="FFFFFF"/>
                    </a:solidFill>
                  </a:tcPr>
                </a:tc>
              </a:tr>
              <a:tr h="462500">
                <a:tc>
                  <a:txBody>
                    <a:bodyPr/>
                    <a:lstStyle/>
                    <a:p>
                      <a:r>
                        <a:rPr sz="1400" b="1" i="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</a:rPr>
                        <a:t>microSD card + power supply</a:t>
                      </a:r>
                    </a:p>
                  </a:txBody>
                  <a:tcPr marT="40000" marB="40000">
                    <a:solidFill>
                      <a:srgbClr val="E3F5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 i="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</a:rPr>
                        <a:t>Raspberry Pi OS, 5 V 3 A USB-C</a:t>
                      </a:r>
                    </a:p>
                  </a:txBody>
                  <a:tcPr marT="40000" marB="40000">
                    <a:solidFill>
                      <a:srgbClr val="E3F5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 i="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</a:rPr>
                        <a:t>Storage and power for the Pi</a:t>
                      </a:r>
                    </a:p>
                  </a:txBody>
                  <a:tcPr marT="40000" marB="40000">
                    <a:solidFill>
                      <a:srgbClr val="E3F5FA"/>
                    </a:solidFill>
                  </a:tcPr>
                </a:tc>
              </a:tr>
              <a:tr h="462500">
                <a:tc>
                  <a:txBody>
                    <a:bodyPr/>
                    <a:lstStyle/>
                    <a:p>
                      <a:r>
                        <a:rPr sz="1400" b="1" i="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</a:rPr>
                        <a:t>Smartphone</a:t>
                      </a:r>
                    </a:p>
                  </a:txBody>
                  <a:tcPr marT="40000" marB="400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 i="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</a:rPr>
                        <a:t>Camera + web browser</a:t>
                      </a:r>
                    </a:p>
                  </a:txBody>
                  <a:tcPr marT="40000" marB="400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 i="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</a:rPr>
                        <a:t>Shopper scans items and pays</a:t>
                      </a:r>
                    </a:p>
                  </a:txBody>
                  <a:tcPr marT="40000" marB="40000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01" name="TextBox 100"/>
          <p:cNvSpPr txBox="1"/>
          <p:nvPr/>
        </p:nvSpPr>
        <p:spPr>
          <a:xfrm>
            <a:off x="457200" y="5050000"/>
            <a:ext cx="8229600" cy="33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 i="1">
                <a:solidFill>
                  <a:srgbClr val="000000"/>
                </a:solidFill>
                <a:latin typeface="Times New Roman"/>
                <a:ea typeface="Times New Roman"/>
              </a:rPr>
              <a:t>Software: Python 3, Flask, MySQL 8, HTML/CSS/JavaScript, Raspberry Pi OS; hosted on Render + Aiven</a:t>
            </a: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Date Placeholder 3"/>
          <p:cNvSpPr/>
          <p:nvPr/>
        </p:nvSpPr>
        <p:spPr>
          <a:xfrm>
            <a:off x="6705720" y="6492960"/>
            <a:ext cx="1919160" cy="365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b">
            <a:normAutofit/>
          </a:bodyPr>
          <a:p>
            <a: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1200" spc="-1" strike="noStrike">
                <a:solidFill>
                  <a:srgbClr val="464646"/>
                </a:solidFill>
                <a:latin typeface="Times New Roman"/>
                <a:ea typeface="Times New Roman"/>
              </a:rPr>
              <a:t>Date: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6" name="Slide Number Placeholder 4"/>
          <p:cNvSpPr/>
          <p:nvPr/>
        </p:nvSpPr>
        <p:spPr>
          <a:xfrm>
            <a:off x="8534520" y="6477120"/>
            <a:ext cx="366480" cy="365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b">
            <a:normAutofit/>
          </a:bodyPr>
          <a:p>
            <a:pPr algn="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1200" spc="-1" strike="noStrike">
                <a:solidFill>
                  <a:srgbClr val="000000"/>
                </a:solidFill>
                <a:latin typeface="Times New Roman"/>
                <a:ea typeface="Times New Roman"/>
              </a:rPr>
              <a:t>8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7" name="Footer Placeholder 6"/>
          <p:cNvSpPr/>
          <p:nvPr/>
        </p:nvSpPr>
        <p:spPr>
          <a:xfrm>
            <a:off x="-685800" y="6492960"/>
            <a:ext cx="2351160" cy="365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b">
            <a:normAutofit/>
          </a:bodyPr>
          <a:p>
            <a:pPr algn="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i="1" lang="en-US" sz="1300" spc="-1" strike="noStrike">
                <a:solidFill>
                  <a:srgbClr val="000000"/>
                </a:solidFill>
                <a:latin typeface="Times New Roman"/>
                <a:ea typeface="Times New Roman"/>
              </a:rPr>
              <a:t>SIES GST, Nerul</a:t>
            </a:r>
            <a:endParaRPr b="0" lang="en-US" sz="13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98" name="Picture 3" descr=""/>
          <p:cNvPicPr/>
          <p:nvPr/>
        </p:nvPicPr>
        <p:blipFill>
          <a:blip r:embed="rId2"/>
          <a:stretch/>
        </p:blipFill>
        <p:spPr>
          <a:xfrm>
            <a:off x="0" y="23760"/>
            <a:ext cx="1981080" cy="1042920"/>
          </a:xfrm>
          <a:prstGeom prst="rect">
            <a:avLst/>
          </a:prstGeom>
          <a:ln w="0">
            <a:noFill/>
          </a:ln>
        </p:spPr>
      </p:pic>
      <p:sp>
        <p:nvSpPr>
          <p:cNvPr id="99" name="TextBox 98"/>
          <p:cNvSpPr txBox="1"/>
          <p:nvPr/>
        </p:nvSpPr>
        <p:spPr>
          <a:xfrm>
            <a:off x="1981080" y="300000"/>
            <a:ext cx="6705600" cy="76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2400" b="1" i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000"/>
                    </a:srgbClr>
                  </a:outerShdw>
                </a:effectLst>
                <a:latin typeface="Times New Roman"/>
                <a:ea typeface="Times New Roman"/>
              </a:rPr>
              <a:t>Hardware Results (1/2)</a:t>
            </a:r>
          </a:p>
        </p:txBody>
      </p:sp>
      <p:pic>
        <p:nvPicPr>
          <p:cNvPr id="100" name="Picture 99" descr="raspberry-pi-gpio-wiring.jp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200" y="1150000"/>
            <a:ext cx="2500000" cy="3333333"/>
          </a:xfrm>
          <a:prstGeom prst="rect">
            <a:avLst/>
          </a:prstGeom>
          <a:ln w="9525">
            <a:solidFill>
              <a:srgbClr val="BFBFBF"/>
            </a:solidFill>
          </a:ln>
        </p:spPr>
      </p:pic>
      <p:sp>
        <p:nvSpPr>
          <p:cNvPr id="101" name="TextBox 100"/>
          <p:cNvSpPr txBox="1"/>
          <p:nvPr/>
        </p:nvSpPr>
        <p:spPr>
          <a:xfrm>
            <a:off x="457200" y="4513333"/>
            <a:ext cx="2500000" cy="33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 i="1">
                <a:solidFill>
                  <a:srgbClr val="000000"/>
                </a:solidFill>
                <a:latin typeface="Times New Roman"/>
                <a:ea typeface="Times New Roman"/>
              </a:rPr>
              <a:t>Pi 4 GPIO wiring</a:t>
            </a:r>
          </a:p>
        </p:txBody>
      </p:sp>
      <p:pic>
        <p:nvPicPr>
          <p:cNvPr id="102" name="Picture 101" descr="hx711-load-cell-amplifier.jp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157200" y="1150000"/>
            <a:ext cx="2500000" cy="3333333"/>
          </a:xfrm>
          <a:prstGeom prst="rect">
            <a:avLst/>
          </a:prstGeom>
          <a:ln w="9525">
            <a:solidFill>
              <a:srgbClr val="BFBFBF"/>
            </a:solidFill>
          </a:ln>
        </p:spPr>
      </p:pic>
      <p:sp>
        <p:nvSpPr>
          <p:cNvPr id="103" name="TextBox 102"/>
          <p:cNvSpPr txBox="1"/>
          <p:nvPr/>
        </p:nvSpPr>
        <p:spPr>
          <a:xfrm>
            <a:off x="3157200" y="4513333"/>
            <a:ext cx="2500000" cy="33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 i="1">
                <a:solidFill>
                  <a:srgbClr val="000000"/>
                </a:solidFill>
                <a:latin typeface="Times New Roman"/>
                <a:ea typeface="Times New Roman"/>
              </a:rPr>
              <a:t>HX711 + load cell wires</a:t>
            </a:r>
          </a:p>
        </p:txBody>
      </p:sp>
      <p:pic>
        <p:nvPicPr>
          <p:cNvPr id="104" name="Picture 103" descr="pi_desktop_counter.jp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857200" y="1850000"/>
            <a:ext cx="2829600" cy="1273320"/>
          </a:xfrm>
          <a:prstGeom prst="rect">
            <a:avLst/>
          </a:prstGeom>
          <a:ln w="9525">
            <a:solidFill>
              <a:srgbClr val="BFBFBF"/>
            </a:solidFill>
          </a:ln>
        </p:spPr>
      </p:pic>
      <p:sp>
        <p:nvSpPr>
          <p:cNvPr id="105" name="TextBox 104"/>
          <p:cNvSpPr txBox="1"/>
          <p:nvPr/>
        </p:nvSpPr>
        <p:spPr>
          <a:xfrm>
            <a:off x="5857200" y="3153320"/>
            <a:ext cx="2829600" cy="33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 i="1">
                <a:solidFill>
                  <a:srgbClr val="000000"/>
                </a:solidFill>
                <a:latin typeface="Times New Roman"/>
                <a:ea typeface="Times New Roman"/>
              </a:rPr>
              <a:t>SmartCart Wallet counter on the Pi's own display (lab EXTC 129)</a:t>
            </a: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Date Placeholder 3"/>
          <p:cNvSpPr/>
          <p:nvPr/>
        </p:nvSpPr>
        <p:spPr>
          <a:xfrm>
            <a:off x="6705720" y="6492960"/>
            <a:ext cx="1919160" cy="365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b">
            <a:normAutofit/>
          </a:bodyPr>
          <a:p>
            <a: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1200" spc="-1" strike="noStrike">
                <a:solidFill>
                  <a:srgbClr val="464646"/>
                </a:solidFill>
                <a:latin typeface="Times New Roman"/>
                <a:ea typeface="Times New Roman"/>
              </a:rPr>
              <a:t>Date: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6" name="Slide Number Placeholder 4"/>
          <p:cNvSpPr/>
          <p:nvPr/>
        </p:nvSpPr>
        <p:spPr>
          <a:xfrm>
            <a:off x="8534520" y="6477120"/>
            <a:ext cx="366480" cy="365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b">
            <a:normAutofit/>
          </a:bodyPr>
          <a:p>
            <a:pPr algn="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1200" spc="-1" strike="noStrike">
                <a:solidFill>
                  <a:srgbClr val="000000"/>
                </a:solidFill>
                <a:latin typeface="Times New Roman"/>
                <a:ea typeface="Times New Roman"/>
              </a:rPr>
              <a:t>9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7" name="Footer Placeholder 6"/>
          <p:cNvSpPr/>
          <p:nvPr/>
        </p:nvSpPr>
        <p:spPr>
          <a:xfrm>
            <a:off x="-685800" y="6492960"/>
            <a:ext cx="2351160" cy="365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b">
            <a:normAutofit/>
          </a:bodyPr>
          <a:p>
            <a:pPr algn="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i="1" lang="en-US" sz="1300" spc="-1" strike="noStrike">
                <a:solidFill>
                  <a:srgbClr val="000000"/>
                </a:solidFill>
                <a:latin typeface="Times New Roman"/>
                <a:ea typeface="Times New Roman"/>
              </a:rPr>
              <a:t>SIES GST, Nerul</a:t>
            </a:r>
            <a:endParaRPr b="0" lang="en-US" sz="13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98" name="Picture 3" descr=""/>
          <p:cNvPicPr/>
          <p:nvPr/>
        </p:nvPicPr>
        <p:blipFill>
          <a:blip r:embed="rId2"/>
          <a:stretch/>
        </p:blipFill>
        <p:spPr>
          <a:xfrm>
            <a:off x="0" y="23760"/>
            <a:ext cx="1981080" cy="1042920"/>
          </a:xfrm>
          <a:prstGeom prst="rect">
            <a:avLst/>
          </a:prstGeom>
          <a:ln w="0">
            <a:noFill/>
          </a:ln>
        </p:spPr>
      </p:pic>
      <p:sp>
        <p:nvSpPr>
          <p:cNvPr id="99" name="TextBox 98"/>
          <p:cNvSpPr txBox="1"/>
          <p:nvPr/>
        </p:nvSpPr>
        <p:spPr>
          <a:xfrm>
            <a:off x="1981080" y="300000"/>
            <a:ext cx="6705600" cy="76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2400" b="1" i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000"/>
                    </a:srgbClr>
                  </a:outerShdw>
                </a:effectLst>
                <a:latin typeface="Times New Roman"/>
                <a:ea typeface="Times New Roman"/>
              </a:rPr>
              <a:t>Hardware Results (2/2)</a:t>
            </a:r>
          </a:p>
        </p:txBody>
      </p:sp>
      <p:pic>
        <p:nvPicPr>
          <p:cNvPr id="100" name="Picture 99" descr="02_scan_ad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200" y="1150000"/>
            <a:ext cx="1549920" cy="3354185"/>
          </a:xfrm>
          <a:prstGeom prst="rect">
            <a:avLst/>
          </a:prstGeom>
          <a:ln w="9525">
            <a:solidFill>
              <a:srgbClr val="BFBFBF"/>
            </a:solidFill>
          </a:ln>
        </p:spPr>
      </p:pic>
      <p:sp>
        <p:nvSpPr>
          <p:cNvPr id="101" name="TextBox 100"/>
          <p:cNvSpPr txBox="1"/>
          <p:nvPr/>
        </p:nvSpPr>
        <p:spPr>
          <a:xfrm>
            <a:off x="397200" y="4524185"/>
            <a:ext cx="1669920" cy="33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 i="1">
                <a:solidFill>
                  <a:srgbClr val="000000"/>
                </a:solidFill>
                <a:latin typeface="Times New Roman"/>
                <a:ea typeface="Times New Roman"/>
              </a:rPr>
              <a:t>Scan adds the item</a:t>
            </a:r>
          </a:p>
        </p:txBody>
      </p:sp>
      <p:pic>
        <p:nvPicPr>
          <p:cNvPr id="102" name="Picture 101" descr="03_cart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127120" y="1150000"/>
            <a:ext cx="1549920" cy="3354185"/>
          </a:xfrm>
          <a:prstGeom prst="rect">
            <a:avLst/>
          </a:prstGeom>
          <a:ln w="9525">
            <a:solidFill>
              <a:srgbClr val="BFBFBF"/>
            </a:solidFill>
          </a:ln>
        </p:spPr>
      </p:pic>
      <p:sp>
        <p:nvSpPr>
          <p:cNvPr id="103" name="TextBox 102"/>
          <p:cNvSpPr txBox="1"/>
          <p:nvPr/>
        </p:nvSpPr>
        <p:spPr>
          <a:xfrm>
            <a:off x="2067120" y="4524185"/>
            <a:ext cx="1669920" cy="33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 i="1">
                <a:solidFill>
                  <a:srgbClr val="000000"/>
                </a:solidFill>
                <a:latin typeface="Times New Roman"/>
                <a:ea typeface="Times New Roman"/>
              </a:rPr>
              <a:t>Cart + offers</a:t>
            </a:r>
          </a:p>
        </p:txBody>
      </p:sp>
      <p:pic>
        <p:nvPicPr>
          <p:cNvPr id="104" name="Picture 103" descr="05_wallet_token_upi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797040" y="1150000"/>
            <a:ext cx="1549920" cy="3354185"/>
          </a:xfrm>
          <a:prstGeom prst="rect">
            <a:avLst/>
          </a:prstGeom>
          <a:ln w="9525">
            <a:solidFill>
              <a:srgbClr val="BFBFBF"/>
            </a:solidFill>
          </a:ln>
        </p:spPr>
      </p:pic>
      <p:sp>
        <p:nvSpPr>
          <p:cNvPr id="105" name="TextBox 104"/>
          <p:cNvSpPr txBox="1"/>
          <p:nvPr/>
        </p:nvSpPr>
        <p:spPr>
          <a:xfrm>
            <a:off x="3737040" y="4524185"/>
            <a:ext cx="1669920" cy="33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 i="1">
                <a:solidFill>
                  <a:srgbClr val="000000"/>
                </a:solidFill>
                <a:latin typeface="Times New Roman"/>
                <a:ea typeface="Times New Roman"/>
              </a:rPr>
              <a:t>Wallet top-up token</a:t>
            </a:r>
          </a:p>
        </p:txBody>
      </p:sp>
      <p:pic>
        <p:nvPicPr>
          <p:cNvPr id="106" name="Picture 105" descr="04_bill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466960" y="1150000"/>
            <a:ext cx="1549920" cy="3354185"/>
          </a:xfrm>
          <a:prstGeom prst="rect">
            <a:avLst/>
          </a:prstGeom>
          <a:ln w="9525">
            <a:solidFill>
              <a:srgbClr val="BFBFBF"/>
            </a:solidFill>
          </a:ln>
        </p:spPr>
      </p:pic>
      <p:sp>
        <p:nvSpPr>
          <p:cNvPr id="107" name="TextBox 106"/>
          <p:cNvSpPr txBox="1"/>
          <p:nvPr/>
        </p:nvSpPr>
        <p:spPr>
          <a:xfrm>
            <a:off x="5406960" y="4524185"/>
            <a:ext cx="1669920" cy="33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 i="1">
                <a:solidFill>
                  <a:srgbClr val="000000"/>
                </a:solidFill>
                <a:latin typeface="Times New Roman"/>
                <a:ea typeface="Times New Roman"/>
              </a:rPr>
              <a:t>Bill + exit pass</a:t>
            </a:r>
          </a:p>
        </p:txBody>
      </p:sp>
      <p:pic>
        <p:nvPicPr>
          <p:cNvPr id="108" name="Picture 107" descr="07_exit_ok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7136880" y="1150000"/>
            <a:ext cx="1549920" cy="3354185"/>
          </a:xfrm>
          <a:prstGeom prst="rect">
            <a:avLst/>
          </a:prstGeom>
          <a:ln w="9525">
            <a:solidFill>
              <a:srgbClr val="BFBFBF"/>
            </a:solidFill>
          </a:ln>
        </p:spPr>
      </p:pic>
      <p:sp>
        <p:nvSpPr>
          <p:cNvPr id="109" name="TextBox 108"/>
          <p:cNvSpPr txBox="1"/>
          <p:nvPr/>
        </p:nvSpPr>
        <p:spPr>
          <a:xfrm>
            <a:off x="7076880" y="4524185"/>
            <a:ext cx="1669920" cy="33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 i="1">
                <a:solidFill>
                  <a:srgbClr val="000000"/>
                </a:solidFill>
                <a:latin typeface="Times New Roman"/>
                <a:ea typeface="Times New Roman"/>
              </a:rPr>
              <a:t>Exit gate: OK</a:t>
            </a:r>
          </a:p>
        </p:txBody>
      </p:sp>
      <p:sp>
        <p:nvSpPr>
          <p:cNvPr id="110" name="TextBox 109"/>
          <p:cNvSpPr txBox="1"/>
          <p:nvPr/>
        </p:nvSpPr>
        <p:spPr>
          <a:xfrm>
            <a:off x="457200" y="5330000"/>
            <a:ext cx="8229600" cy="33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 i="1">
                <a:solidFill>
                  <a:srgbClr val="000000"/>
                </a:solidFill>
                <a:latin typeface="Times New Roman"/>
                <a:ea typeface="Times New Roman"/>
              </a:rPr>
              <a:t>Exit gate and wallet-token reading run on the Pi camera; weight check switched off (HX711 failed)</a:t>
            </a: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"/>
          <p:cNvSpPr txBox="1"/>
          <p:nvPr/>
        </p:nvSpPr>
        <p:spPr>
          <a:xfrm>
            <a:off x="457200" y="1250000"/>
            <a:ext cx="8229600" cy="4400000"/>
          </a:xfrm>
          <a:prstGeom prst="rect">
            <a:avLst/>
          </a:prstGeom>
          <a:noFill/>
          <a:ln w="0">
            <a:noFill/>
          </a:ln>
        </p:spPr>
        <p:txBody>
          <a:bodyPr anchor="t"/>
          <a:p>
            <a:pPr marL="365040" indent="-255600">
              <a:lnSpc>
                <a:spcPct val="100000"/>
              </a:lnSpc>
              <a:spcBef>
                <a:spcPts val="300"/>
              </a:spcBef>
              <a:buClr>
                <a:srgbClr val="2da2bf"/>
              </a:buClr>
              <a:buSzPct val="68000"/>
              <a:buFont typeface="Wingdings 3" charset="2"/>
              <a:buChar char="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sz="1800" b="1" i="0">
                <a:solidFill>
                  <a:srgbClr val="000000"/>
                </a:solidFill>
                <a:latin typeface="Times New Roman"/>
                <a:ea typeface="Times New Roman"/>
              </a:rPr>
              <a:t>Neighbourhood general stores and kiranas:</a:t>
            </a:r>
            <a:r>
              <a:rPr sz="1800" b="0" i="0">
                <a:solidFill>
                  <a:srgbClr val="000000"/>
                </a:solidFill>
                <a:latin typeface="Times New Roman"/>
                <a:ea typeface="Times New Roman"/>
              </a:rPr>
              <a:t> shoppers bill themselves, no queue</a:t>
            </a:r>
          </a:p>
          <a:p>
            <a:pPr marL="365040" indent="-255600">
              <a:lnSpc>
                <a:spcPct val="100000"/>
              </a:lnSpc>
              <a:spcBef>
                <a:spcPts val="300"/>
              </a:spcBef>
              <a:buClr>
                <a:srgbClr val="2da2bf"/>
              </a:buClr>
              <a:buSzPct val="68000"/>
              <a:buFont typeface="Wingdings 3" charset="2"/>
              <a:buChar char="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sz="1800" b="1" i="0">
                <a:solidFill>
                  <a:srgbClr val="000000"/>
                </a:solidFill>
                <a:latin typeface="Times New Roman"/>
                <a:ea typeface="Times New Roman"/>
              </a:rPr>
              <a:t>Supermarkets:</a:t>
            </a:r>
            <a:r>
              <a:rPr sz="1800" b="0" i="0">
                <a:solidFill>
                  <a:srgbClr val="000000"/>
                </a:solidFill>
                <a:latin typeface="Times New Roman"/>
                <a:ea typeface="Times New Roman"/>
              </a:rPr>
              <a:t> scan-and-go lanes without RFID tags on every product</a:t>
            </a:r>
          </a:p>
          <a:p>
            <a:pPr marL="365040" indent="-255600">
              <a:lnSpc>
                <a:spcPct val="100000"/>
              </a:lnSpc>
              <a:spcBef>
                <a:spcPts val="300"/>
              </a:spcBef>
              <a:buClr>
                <a:srgbClr val="2da2bf"/>
              </a:buClr>
              <a:buSzPct val="68000"/>
              <a:buFont typeface="Wingdings 3" charset="2"/>
              <a:buChar char="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sz="1800" b="1" i="0">
                <a:solidFill>
                  <a:srgbClr val="000000"/>
                </a:solidFill>
                <a:latin typeface="Times New Roman"/>
                <a:ea typeface="Times New Roman"/>
              </a:rPr>
              <a:t>College canteens and campus stores:</a:t>
            </a:r>
            <a:r>
              <a:rPr sz="1800" b="0" i="0">
                <a:solidFill>
                  <a:srgbClr val="000000"/>
                </a:solidFill>
                <a:latin typeface="Times New Roman"/>
                <a:ea typeface="Times New Roman"/>
              </a:rPr>
              <a:t> students pay from a prepaid wallet</a:t>
            </a:r>
          </a:p>
          <a:p>
            <a:pPr marL="365040" indent="-255600">
              <a:lnSpc>
                <a:spcPct val="100000"/>
              </a:lnSpc>
              <a:spcBef>
                <a:spcPts val="300"/>
              </a:spcBef>
              <a:buClr>
                <a:srgbClr val="2da2bf"/>
              </a:buClr>
              <a:buSzPct val="68000"/>
              <a:buFont typeface="Wingdings 3" charset="2"/>
              <a:buChar char="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sz="1800" b="1" i="0">
                <a:solidFill>
                  <a:srgbClr val="000000"/>
                </a:solidFill>
                <a:latin typeface="Times New Roman"/>
                <a:ea typeface="Times New Roman"/>
              </a:rPr>
              <a:t>Stationery and electronics-parts shops:</a:t>
            </a:r>
            <a:r>
              <a:rPr sz="1800" b="0" i="0">
                <a:solidFill>
                  <a:srgbClr val="000000"/>
                </a:solidFill>
                <a:latin typeface="Times New Roman"/>
                <a:ea typeface="Times New Roman"/>
              </a:rPr>
              <a:t> QR labels for loose items</a:t>
            </a:r>
          </a:p>
          <a:p>
            <a:pPr marL="365040" indent="-255600">
              <a:lnSpc>
                <a:spcPct val="100000"/>
              </a:lnSpc>
              <a:spcBef>
                <a:spcPts val="300"/>
              </a:spcBef>
              <a:buClr>
                <a:srgbClr val="2da2bf"/>
              </a:buClr>
              <a:buSzPct val="68000"/>
              <a:buFont typeface="Wingdings 3" charset="2"/>
              <a:buChar char="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sz="1800" b="1" i="0">
                <a:solidFill>
                  <a:srgbClr val="000000"/>
                </a:solidFill>
                <a:latin typeface="Times New Roman"/>
                <a:ea typeface="Times New Roman"/>
              </a:rPr>
              <a:t>Pharmacies and small retail chains:</a:t>
            </a:r>
            <a:r>
              <a:rPr sz="1800" b="0" i="0">
                <a:solidFill>
                  <a:srgbClr val="000000"/>
                </a:solidFill>
                <a:latin typeface="Times New Roman"/>
                <a:ea typeface="Times New Roman"/>
              </a:rPr>
              <a:t> signed exit pass replaces bill checking by eye</a:t>
            </a:r>
          </a:p>
          <a:p>
            <a:pPr marL="365040" indent="-255600">
              <a:lnSpc>
                <a:spcPct val="100000"/>
              </a:lnSpc>
              <a:spcBef>
                <a:spcPts val="300"/>
              </a:spcBef>
              <a:buClr>
                <a:srgbClr val="2da2bf"/>
              </a:buClr>
              <a:buSzPct val="68000"/>
              <a:buFont typeface="Wingdings 3" charset="2"/>
              <a:buChar char="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sz="1800" b="1" i="0">
                <a:solidFill>
                  <a:srgbClr val="000000"/>
                </a:solidFill>
                <a:latin typeface="Times New Roman"/>
                <a:ea typeface="Times New Roman"/>
              </a:rPr>
              <a:t>Events and exhibitions:</a:t>
            </a:r>
            <a:r>
              <a:rPr sz="1800" b="0" i="0">
                <a:solidFill>
                  <a:srgbClr val="000000"/>
                </a:solidFill>
                <a:latin typeface="Times New Roman"/>
                <a:ea typeface="Times New Roman"/>
              </a:rPr>
              <a:t> pop-up stalls run from a phone and one Raspberry Pi</a:t>
            </a:r>
          </a:p>
        </p:txBody>
      </p:sp>
      <p:sp>
        <p:nvSpPr>
          <p:cNvPr id="95" name="Date Placeholder 3"/>
          <p:cNvSpPr/>
          <p:nvPr/>
        </p:nvSpPr>
        <p:spPr>
          <a:xfrm>
            <a:off x="6705720" y="6492960"/>
            <a:ext cx="1919160" cy="365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b">
            <a:normAutofit/>
          </a:bodyPr>
          <a:p>
            <a: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1200" spc="-1" strike="noStrike">
                <a:solidFill>
                  <a:srgbClr val="464646"/>
                </a:solidFill>
                <a:latin typeface="Times New Roman"/>
                <a:ea typeface="Times New Roman"/>
              </a:rPr>
              <a:t>Date: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6" name="Slide Number Placeholder 4"/>
          <p:cNvSpPr/>
          <p:nvPr/>
        </p:nvSpPr>
        <p:spPr>
          <a:xfrm>
            <a:off x="8534520" y="6477120"/>
            <a:ext cx="366480" cy="365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b">
            <a:normAutofit/>
          </a:bodyPr>
          <a:p>
            <a:pPr algn="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1200" spc="-1" strike="noStrike">
                <a:solidFill>
                  <a:srgbClr val="000000"/>
                </a:solidFill>
                <a:latin typeface="Times New Roman"/>
                <a:ea typeface="Times New Roman"/>
              </a:rPr>
              <a:t>10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7" name="Footer Placeholder 6"/>
          <p:cNvSpPr/>
          <p:nvPr/>
        </p:nvSpPr>
        <p:spPr>
          <a:xfrm>
            <a:off x="-685800" y="6492960"/>
            <a:ext cx="2351160" cy="365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b">
            <a:normAutofit/>
          </a:bodyPr>
          <a:p>
            <a:pPr algn="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i="1" lang="en-US" sz="1300" spc="-1" strike="noStrike">
                <a:solidFill>
                  <a:srgbClr val="000000"/>
                </a:solidFill>
                <a:latin typeface="Times New Roman"/>
                <a:ea typeface="Times New Roman"/>
              </a:rPr>
              <a:t>SIES GST, Nerul</a:t>
            </a:r>
            <a:endParaRPr b="0" lang="en-US" sz="13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98" name="Picture 3" descr=""/>
          <p:cNvPicPr/>
          <p:nvPr/>
        </p:nvPicPr>
        <p:blipFill>
          <a:blip r:embed="rId2"/>
          <a:stretch/>
        </p:blipFill>
        <p:spPr>
          <a:xfrm>
            <a:off x="0" y="23760"/>
            <a:ext cx="1981080" cy="1042920"/>
          </a:xfrm>
          <a:prstGeom prst="rect">
            <a:avLst/>
          </a:prstGeom>
          <a:ln w="0">
            <a:noFill/>
          </a:ln>
        </p:spPr>
      </p:pic>
      <p:sp>
        <p:nvSpPr>
          <p:cNvPr id="99" name="TextBox 98"/>
          <p:cNvSpPr txBox="1"/>
          <p:nvPr/>
        </p:nvSpPr>
        <p:spPr>
          <a:xfrm>
            <a:off x="1981080" y="300000"/>
            <a:ext cx="6705600" cy="76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2400" b="1" i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000"/>
                    </a:srgbClr>
                  </a:outerShdw>
                </a:effectLst>
                <a:latin typeface="Times New Roman"/>
                <a:ea typeface="Times New Roman"/>
              </a:rPr>
              <a:t>Applications</a:t>
            </a: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"/>
          <p:cNvSpPr txBox="1"/>
          <p:nvPr/>
        </p:nvSpPr>
        <p:spPr>
          <a:xfrm>
            <a:off x="457200" y="1250000"/>
            <a:ext cx="8229600" cy="4400000"/>
          </a:xfrm>
          <a:prstGeom prst="rect">
            <a:avLst/>
          </a:prstGeom>
          <a:noFill/>
          <a:ln w="0">
            <a:noFill/>
          </a:ln>
        </p:spPr>
        <p:txBody>
          <a:bodyPr anchor="t"/>
          <a:p>
            <a:pPr marL="365040" indent="-255600">
              <a:lnSpc>
                <a:spcPct val="100000"/>
              </a:lnSpc>
              <a:spcBef>
                <a:spcPts val="300"/>
              </a:spcBef>
              <a:buClr>
                <a:srgbClr val="2da2bf"/>
              </a:buClr>
              <a:buSzPct val="68000"/>
              <a:buFont typeface="Wingdings 3" charset="2"/>
              <a:buChar char="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sz="1800" b="0" i="0">
                <a:solidFill>
                  <a:srgbClr val="000000"/>
                </a:solidFill>
                <a:latin typeface="Times New Roman"/>
                <a:ea typeface="Times New Roman"/>
              </a:rPr>
              <a:t>Built a working self-checkout: phone scanning, wallet payment and a Pi-camera exit gate</a:t>
            </a:r>
          </a:p>
          <a:p>
            <a:pPr marL="365040" indent="-255600">
              <a:lnSpc>
                <a:spcPct val="100000"/>
              </a:lnSpc>
              <a:spcBef>
                <a:spcPts val="300"/>
              </a:spcBef>
              <a:buClr>
                <a:srgbClr val="2da2bf"/>
              </a:buClr>
              <a:buSzPct val="68000"/>
              <a:buFont typeface="Wingdings 3" charset="2"/>
              <a:buChar char="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sz="1800" b="0" i="0">
                <a:solidFill>
                  <a:srgbClr val="000000"/>
                </a:solidFill>
                <a:latin typeface="Times New Roman"/>
                <a:ea typeface="Times New Roman"/>
              </a:rPr>
              <a:t>Uses the barcodes already printed on packs: no RFID tags, unlike most IEEE carts</a:t>
            </a:r>
          </a:p>
          <a:p>
            <a:pPr marL="365040" indent="-255600">
              <a:lnSpc>
                <a:spcPct val="100000"/>
              </a:lnSpc>
              <a:spcBef>
                <a:spcPts val="300"/>
              </a:spcBef>
              <a:buClr>
                <a:srgbClr val="2da2bf"/>
              </a:buClr>
              <a:buSzPct val="68000"/>
              <a:buFont typeface="Wingdings 3" charset="2"/>
              <a:buChar char="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sz="1800" b="0" i="0">
                <a:solidFill>
                  <a:srgbClr val="000000"/>
                </a:solidFill>
                <a:latin typeface="Times New Roman"/>
                <a:ea typeface="Times New Roman"/>
              </a:rPr>
              <a:t>Exit passes are HMAC-signed and work once: screenshots and reused bills are refused</a:t>
            </a:r>
          </a:p>
          <a:p>
            <a:pPr marL="365040" indent="-255600">
              <a:lnSpc>
                <a:spcPct val="100000"/>
              </a:lnSpc>
              <a:spcBef>
                <a:spcPts val="300"/>
              </a:spcBef>
              <a:buClr>
                <a:srgbClr val="2da2bf"/>
              </a:buClr>
              <a:buSzPct val="68000"/>
              <a:buFont typeface="Wingdings 3" charset="2"/>
              <a:buChar char="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sz="1800" b="0" i="0">
                <a:solidFill>
                  <a:srgbClr val="000000"/>
                </a:solidFill>
                <a:latin typeface="Times New Roman"/>
                <a:ea typeface="Times New Roman"/>
              </a:rPr>
              <a:t>Weight check is built but switched off; no timing or accuracy tests yet</a:t>
            </a:r>
          </a:p>
          <a:p>
            <a:pPr marL="0" indent="0">
              <a:spcBef>
                <a:spcPts val="900"/>
              </a:spcBef>
              <a:buNone/>
            </a:pPr>
            <a:r>
              <a:rPr sz="2000" b="1" i="0">
                <a:solidFill>
                  <a:srgbClr val="1FAECD"/>
                </a:solidFill>
                <a:latin typeface="Times New Roman"/>
                <a:ea typeface="Times New Roman"/>
              </a:rPr>
              <a:t>Future scope</a:t>
            </a:r>
          </a:p>
          <a:p>
            <a:pPr marL="365040" indent="-255600">
              <a:lnSpc>
                <a:spcPct val="100000"/>
              </a:lnSpc>
              <a:spcBef>
                <a:spcPts val="300"/>
              </a:spcBef>
              <a:buClr>
                <a:srgbClr val="2da2bf"/>
              </a:buClr>
              <a:buSzPct val="68000"/>
              <a:buFont typeface="Wingdings 3" charset="2"/>
              <a:buChar char="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sz="1800" b="0" i="0">
                <a:solidFill>
                  <a:srgbClr val="000000"/>
                </a:solidFill>
                <a:latin typeface="Times New Roman"/>
                <a:ea typeface="Times New Roman"/>
              </a:rPr>
              <a:t>Fit a working HX711 and measure accuracy over 100+ trials</a:t>
            </a:r>
          </a:p>
          <a:p>
            <a:pPr marL="365040" indent="-255600">
              <a:lnSpc>
                <a:spcPct val="100000"/>
              </a:lnSpc>
              <a:spcBef>
                <a:spcPts val="300"/>
              </a:spcBef>
              <a:buClr>
                <a:srgbClr val="2da2bf"/>
              </a:buClr>
              <a:buSzPct val="68000"/>
              <a:buFont typeface="Wingdings 3" charset="2"/>
              <a:buChar char="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sz="1800" b="0" i="0">
                <a:solidFill>
                  <a:srgbClr val="000000"/>
                </a:solidFill>
                <a:latin typeface="Times New Roman"/>
                <a:ea typeface="Times New Roman"/>
              </a:rPr>
              <a:t>Weigh the bag at the exit; direct UPI gateway payment</a:t>
            </a:r>
          </a:p>
          <a:p>
            <a:pPr marL="365040" indent="-255600">
              <a:lnSpc>
                <a:spcPct val="100000"/>
              </a:lnSpc>
              <a:spcBef>
                <a:spcPts val="300"/>
              </a:spcBef>
              <a:buClr>
                <a:srgbClr val="2da2bf"/>
              </a:buClr>
              <a:buSzPct val="68000"/>
              <a:buFont typeface="Wingdings 3" charset="2"/>
              <a:buChar char="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sz="1800" b="0" i="0">
                <a:solidFill>
                  <a:srgbClr val="000000"/>
                </a:solidFill>
                <a:latin typeface="Times New Roman"/>
                <a:ea typeface="Times New Roman"/>
              </a:rPr>
              <a:t>Lower-cost ESP32 version of the cart electronics</a:t>
            </a:r>
          </a:p>
        </p:txBody>
      </p:sp>
      <p:sp>
        <p:nvSpPr>
          <p:cNvPr id="95" name="Date Placeholder 3"/>
          <p:cNvSpPr/>
          <p:nvPr/>
        </p:nvSpPr>
        <p:spPr>
          <a:xfrm>
            <a:off x="6705720" y="6492960"/>
            <a:ext cx="1919160" cy="365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b">
            <a:normAutofit/>
          </a:bodyPr>
          <a:p>
            <a: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1200" spc="-1" strike="noStrike">
                <a:solidFill>
                  <a:srgbClr val="464646"/>
                </a:solidFill>
                <a:latin typeface="Times New Roman"/>
                <a:ea typeface="Times New Roman"/>
              </a:rPr>
              <a:t>Date: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6" name="Slide Number Placeholder 4"/>
          <p:cNvSpPr/>
          <p:nvPr/>
        </p:nvSpPr>
        <p:spPr>
          <a:xfrm>
            <a:off x="8534520" y="6477120"/>
            <a:ext cx="366480" cy="365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b">
            <a:normAutofit/>
          </a:bodyPr>
          <a:p>
            <a:pPr algn="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1200" spc="-1" strike="noStrike">
                <a:solidFill>
                  <a:srgbClr val="000000"/>
                </a:solidFill>
                <a:latin typeface="Times New Roman"/>
                <a:ea typeface="Times New Roman"/>
              </a:rPr>
              <a:t>11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7" name="Footer Placeholder 6"/>
          <p:cNvSpPr/>
          <p:nvPr/>
        </p:nvSpPr>
        <p:spPr>
          <a:xfrm>
            <a:off x="-685800" y="6492960"/>
            <a:ext cx="2351160" cy="365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b">
            <a:normAutofit/>
          </a:bodyPr>
          <a:p>
            <a:pPr algn="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i="1" lang="en-US" sz="1300" spc="-1" strike="noStrike">
                <a:solidFill>
                  <a:srgbClr val="000000"/>
                </a:solidFill>
                <a:latin typeface="Times New Roman"/>
                <a:ea typeface="Times New Roman"/>
              </a:rPr>
              <a:t>SIES GST, Nerul</a:t>
            </a:r>
            <a:endParaRPr b="0" lang="en-US" sz="13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98" name="Picture 3" descr=""/>
          <p:cNvPicPr/>
          <p:nvPr/>
        </p:nvPicPr>
        <p:blipFill>
          <a:blip r:embed="rId2"/>
          <a:stretch/>
        </p:blipFill>
        <p:spPr>
          <a:xfrm>
            <a:off x="0" y="23760"/>
            <a:ext cx="1981080" cy="1042920"/>
          </a:xfrm>
          <a:prstGeom prst="rect">
            <a:avLst/>
          </a:prstGeom>
          <a:ln w="0">
            <a:noFill/>
          </a:ln>
        </p:spPr>
      </p:pic>
      <p:sp>
        <p:nvSpPr>
          <p:cNvPr id="99" name="TextBox 98"/>
          <p:cNvSpPr txBox="1"/>
          <p:nvPr/>
        </p:nvSpPr>
        <p:spPr>
          <a:xfrm>
            <a:off x="1981080" y="300000"/>
            <a:ext cx="6705600" cy="76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2400" b="1" i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000"/>
                    </a:srgbClr>
                  </a:outerShdw>
                </a:effectLst>
                <a:latin typeface="Times New Roman"/>
                <a:ea typeface="Times New Roman"/>
              </a:rPr>
              <a:t>Conclusion</a:t>
            </a: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"/>
          <p:cNvSpPr txBox="1"/>
          <p:nvPr/>
        </p:nvSpPr>
        <p:spPr>
          <a:xfrm>
            <a:off x="457200" y="1200000"/>
            <a:ext cx="8229600" cy="4450000"/>
          </a:xfrm>
          <a:prstGeom prst="rect">
            <a:avLst/>
          </a:prstGeom>
          <a:noFill/>
          <a:ln w="0">
            <a:noFill/>
          </a:ln>
        </p:spPr>
        <p:txBody>
          <a:bodyPr anchor="t"/>
          <a:p>
            <a:pPr marL="365040" indent="-255600">
              <a:lnSpc>
                <a:spcPct val="100000"/>
              </a:lnSpc>
              <a:spcBef>
                <a:spcPts val="500"/>
              </a:spcBef>
              <a:buClr>
                <a:srgbClr val="2da2bf"/>
              </a:buClr>
              <a:buSzPct val="68000"/>
              <a:buFont typeface="Wingdings 3" charset="2"/>
              <a:buChar char="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sz="1600" b="0" i="0">
                <a:solidFill>
                  <a:srgbClr val="000000"/>
                </a:solidFill>
                <a:latin typeface="Times New Roman"/>
                <a:ea typeface="Times New Roman"/>
              </a:rPr>
              <a:t>[1] M. Kumar et al., "Intelligent Shopping Trolley with Automated Billing using Raspberry Pi," Proc. ICSTCEE, 2023, doi: 10.1109/ICSTCEE60504.2023.10585242.</a:t>
            </a:r>
          </a:p>
          <a:p>
            <a:pPr marL="365040" indent="-255600">
              <a:lnSpc>
                <a:spcPct val="100000"/>
              </a:lnSpc>
              <a:spcBef>
                <a:spcPts val="500"/>
              </a:spcBef>
              <a:buClr>
                <a:srgbClr val="2da2bf"/>
              </a:buClr>
              <a:buSzPct val="68000"/>
              <a:buFont typeface="Wingdings 3" charset="2"/>
              <a:buChar char="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sz="1600" b="0" i="0">
                <a:solidFill>
                  <a:srgbClr val="000000"/>
                </a:solidFill>
                <a:latin typeface="Times New Roman"/>
                <a:ea typeface="Times New Roman"/>
              </a:rPr>
              <a:t>[2] N. Ibrahim et al., "Smart Shopping Cart: A Raspberry Pi-Based System for Reducing Supermarket Checkout Delays," Proc. 3SCEA, 2026, pp. 1100-1109, doi: 10.1109/3SCEA68071.2026.11602934.</a:t>
            </a:r>
          </a:p>
          <a:p>
            <a:pPr marL="365040" indent="-255600">
              <a:lnSpc>
                <a:spcPct val="100000"/>
              </a:lnSpc>
              <a:spcBef>
                <a:spcPts val="500"/>
              </a:spcBef>
              <a:buClr>
                <a:srgbClr val="2da2bf"/>
              </a:buClr>
              <a:buSzPct val="68000"/>
              <a:buFont typeface="Wingdings 3" charset="2"/>
              <a:buChar char="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sz="1600" b="0" i="0">
                <a:solidFill>
                  <a:srgbClr val="000000"/>
                </a:solidFill>
                <a:latin typeface="Times New Roman"/>
                <a:ea typeface="Times New Roman"/>
              </a:rPr>
              <a:t>[3] M. Shahroz et al., "IoT-Based Smart Shopping Cart Using Radio Frequency Identification," IEEE Access, vol. 8, pp. 68426-68438, 2020, doi: 10.1109/ACCESS.2020.2986681.</a:t>
            </a:r>
          </a:p>
          <a:p>
            <a:pPr marL="365040" indent="-255600">
              <a:lnSpc>
                <a:spcPct val="100000"/>
              </a:lnSpc>
              <a:spcBef>
                <a:spcPts val="500"/>
              </a:spcBef>
              <a:buClr>
                <a:srgbClr val="2da2bf"/>
              </a:buClr>
              <a:buSzPct val="68000"/>
              <a:buFont typeface="Wingdings 3" charset="2"/>
              <a:buChar char="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sz="1600" b="0" i="0">
                <a:solidFill>
                  <a:srgbClr val="000000"/>
                </a:solidFill>
                <a:latin typeface="Times New Roman"/>
                <a:ea typeface="Times New Roman"/>
              </a:rPr>
              <a:t>[4] R. Nishitha et al., "IoT Based Automatic Billing System Using Barcode Scanner by Android Device and Monitoring Unregistered Barcode by RFID," Proc. RTEICT, 2019, pp. 15-20, doi: 10.1109/RTEICT46194.2019.9016698.</a:t>
            </a:r>
          </a:p>
          <a:p>
            <a:pPr marL="365040" indent="-255600">
              <a:lnSpc>
                <a:spcPct val="100000"/>
              </a:lnSpc>
              <a:spcBef>
                <a:spcPts val="500"/>
              </a:spcBef>
              <a:buClr>
                <a:srgbClr val="2da2bf"/>
              </a:buClr>
              <a:buSzPct val="68000"/>
              <a:buFont typeface="Wingdings 3" charset="2"/>
              <a:buChar char="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sz="1600" b="0" i="0">
                <a:solidFill>
                  <a:srgbClr val="000000"/>
                </a:solidFill>
                <a:latin typeface="Times New Roman"/>
                <a:ea typeface="Times New Roman"/>
              </a:rPr>
              <a:t>[5] M. H. Walid et al., "The Smart Cart with Automatic Billing and Anti-Theft," Proc. ICEECE, 2026, doi: 10.1109/ICEECE71300.2026.11709931.</a:t>
            </a:r>
          </a:p>
          <a:p>
            <a:pPr marL="365040" indent="-255600">
              <a:lnSpc>
                <a:spcPct val="100000"/>
              </a:lnSpc>
              <a:spcBef>
                <a:spcPts val="500"/>
              </a:spcBef>
              <a:buClr>
                <a:srgbClr val="2da2bf"/>
              </a:buClr>
              <a:buSzPct val="68000"/>
              <a:buFont typeface="Wingdings 3" charset="2"/>
              <a:buChar char="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sz="1600" b="0" i="0">
                <a:solidFill>
                  <a:srgbClr val="000000"/>
                </a:solidFill>
                <a:latin typeface="Times New Roman"/>
                <a:ea typeface="Times New Roman"/>
              </a:rPr>
              <a:t>[6] SmartCart project source code: github.com/hardikrawat910-byte/smart-billing-cart</a:t>
            </a:r>
          </a:p>
        </p:txBody>
      </p:sp>
      <p:sp>
        <p:nvSpPr>
          <p:cNvPr id="95" name="Date Placeholder 3"/>
          <p:cNvSpPr/>
          <p:nvPr/>
        </p:nvSpPr>
        <p:spPr>
          <a:xfrm>
            <a:off x="6705720" y="6492960"/>
            <a:ext cx="1919160" cy="365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b">
            <a:normAutofit/>
          </a:bodyPr>
          <a:p>
            <a: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1200" spc="-1" strike="noStrike">
                <a:solidFill>
                  <a:srgbClr val="464646"/>
                </a:solidFill>
                <a:latin typeface="Times New Roman"/>
                <a:ea typeface="Times New Roman"/>
              </a:rPr>
              <a:t>Date: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6" name="Slide Number Placeholder 4"/>
          <p:cNvSpPr/>
          <p:nvPr/>
        </p:nvSpPr>
        <p:spPr>
          <a:xfrm>
            <a:off x="8534520" y="6477120"/>
            <a:ext cx="366480" cy="365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b">
            <a:normAutofit/>
          </a:bodyPr>
          <a:p>
            <a:pPr algn="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1200" spc="-1" strike="noStrike">
                <a:solidFill>
                  <a:srgbClr val="000000"/>
                </a:solidFill>
                <a:latin typeface="Times New Roman"/>
                <a:ea typeface="Times New Roman"/>
              </a:rPr>
              <a:t>12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7" name="Footer Placeholder 6"/>
          <p:cNvSpPr/>
          <p:nvPr/>
        </p:nvSpPr>
        <p:spPr>
          <a:xfrm>
            <a:off x="-685800" y="6492960"/>
            <a:ext cx="2351160" cy="365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b">
            <a:normAutofit/>
          </a:bodyPr>
          <a:p>
            <a:pPr algn="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i="1" lang="en-US" sz="1300" spc="-1" strike="noStrike">
                <a:solidFill>
                  <a:srgbClr val="000000"/>
                </a:solidFill>
                <a:latin typeface="Times New Roman"/>
                <a:ea typeface="Times New Roman"/>
              </a:rPr>
              <a:t>SIES GST, Nerul</a:t>
            </a:r>
            <a:endParaRPr b="0" lang="en-US" sz="13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98" name="Picture 3" descr=""/>
          <p:cNvPicPr/>
          <p:nvPr/>
        </p:nvPicPr>
        <p:blipFill>
          <a:blip r:embed="rId2"/>
          <a:stretch/>
        </p:blipFill>
        <p:spPr>
          <a:xfrm>
            <a:off x="0" y="23760"/>
            <a:ext cx="1981080" cy="1042920"/>
          </a:xfrm>
          <a:prstGeom prst="rect">
            <a:avLst/>
          </a:prstGeom>
          <a:ln w="0">
            <a:noFill/>
          </a:ln>
        </p:spPr>
      </p:pic>
      <p:sp>
        <p:nvSpPr>
          <p:cNvPr id="99" name="TextBox 98"/>
          <p:cNvSpPr txBox="1"/>
          <p:nvPr/>
        </p:nvSpPr>
        <p:spPr>
          <a:xfrm>
            <a:off x="1981080" y="300000"/>
            <a:ext cx="6705600" cy="76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2400" b="1" i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000"/>
                    </a:srgbClr>
                  </a:outerShdw>
                </a:effectLst>
                <a:latin typeface="Times New Roman"/>
                <a:ea typeface="Times New Roman"/>
              </a:rPr>
              <a:t>References</a:t>
            </a: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xmlns:r="http://schemas.openxmlformats.org/officeDocument/2006/relationships" name="Office">
  <a:themeElements>
    <a:clrScheme name="LibreOffice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18a303"/>
      </a:accent1>
      <a:accent2>
        <a:srgbClr val="0369a3"/>
      </a:accent2>
      <a:accent3>
        <a:srgbClr val="a33e03"/>
      </a:accent3>
      <a:accent4>
        <a:srgbClr val="8e03a3"/>
      </a:accent4>
      <a:accent5>
        <a:srgbClr val="c99c00"/>
      </a:accent5>
      <a:accent6>
        <a:srgbClr val="c9211e"/>
      </a:accent6>
      <a:hlink>
        <a:srgbClr val="0000ee"/>
      </a:hlink>
      <a:folHlink>
        <a:srgbClr val="551a8b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">
  <a:themeElements>
    <a:clrScheme name="LibreOffice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18a303"/>
      </a:accent1>
      <a:accent2>
        <a:srgbClr val="0369a3"/>
      </a:accent2>
      <a:accent3>
        <a:srgbClr val="a33e03"/>
      </a:accent3>
      <a:accent4>
        <a:srgbClr val="8e03a3"/>
      </a:accent4>
      <a:accent5>
        <a:srgbClr val="c99c00"/>
      </a:accent5>
      <a:accent6>
        <a:srgbClr val="c9211e"/>
      </a:accent6>
      <a:hlink>
        <a:srgbClr val="0000ee"/>
      </a:hlink>
      <a:folHlink>
        <a:srgbClr val="551a8b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ppt/theme/theme3.xml><?xml version="1.0" encoding="utf-8"?>
<a:theme xmlns:a="http://schemas.openxmlformats.org/drawingml/2006/main" xmlns:r="http://schemas.openxmlformats.org/officeDocument/2006/relationships" name="Office">
  <a:themeElements>
    <a:clrScheme name="LibreOffice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18a303"/>
      </a:accent1>
      <a:accent2>
        <a:srgbClr val="0369a3"/>
      </a:accent2>
      <a:accent3>
        <a:srgbClr val="a33e03"/>
      </a:accent3>
      <a:accent4>
        <a:srgbClr val="8e03a3"/>
      </a:accent4>
      <a:accent5>
        <a:srgbClr val="c99c00"/>
      </a:accent5>
      <a:accent6>
        <a:srgbClr val="c9211e"/>
      </a:accent6>
      <a:hlink>
        <a:srgbClr val="0000ee"/>
      </a:hlink>
      <a:folHlink>
        <a:srgbClr val="551a8b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ppt/theme/theme4.xml><?xml version="1.0" encoding="utf-8"?>
<a:theme xmlns:a="http://schemas.openxmlformats.org/drawingml/2006/main" xmlns:r="http://schemas.openxmlformats.org/officeDocument/2006/relationships" name="Office">
  <a:themeElements>
    <a:clrScheme name="LibreOffice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18a303"/>
      </a:accent1>
      <a:accent2>
        <a:srgbClr val="0369a3"/>
      </a:accent2>
      <a:accent3>
        <a:srgbClr val="a33e03"/>
      </a:accent3>
      <a:accent4>
        <a:srgbClr val="8e03a3"/>
      </a:accent4>
      <a:accent5>
        <a:srgbClr val="c99c00"/>
      </a:accent5>
      <a:accent6>
        <a:srgbClr val="c9211e"/>
      </a:accent6>
      <a:hlink>
        <a:srgbClr val="0000ee"/>
      </a:hlink>
      <a:folHlink>
        <a:srgbClr val="551a8b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ppt/theme/theme5.xml><?xml version="1.0" encoding="utf-8"?>
<a:theme xmlns:a="http://schemas.openxmlformats.org/drawingml/2006/main" xmlns:r="http://schemas.openxmlformats.org/officeDocument/2006/relationships" name="Office">
  <a:themeElements>
    <a:clrScheme name="LibreOffice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18a303"/>
      </a:accent1>
      <a:accent2>
        <a:srgbClr val="0369a3"/>
      </a:accent2>
      <a:accent3>
        <a:srgbClr val="a33e03"/>
      </a:accent3>
      <a:accent4>
        <a:srgbClr val="8e03a3"/>
      </a:accent4>
      <a:accent5>
        <a:srgbClr val="c99c00"/>
      </a:accent5>
      <a:accent6>
        <a:srgbClr val="c9211e"/>
      </a:accent6>
      <a:hlink>
        <a:srgbClr val="0000ee"/>
      </a:hlink>
      <a:folHlink>
        <a:srgbClr val="551a8b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ppt/theme/theme6.xml><?xml version="1.0" encoding="utf-8"?>
<a:theme xmlns:a="http://schemas.openxmlformats.org/drawingml/2006/main" xmlns:r="http://schemas.openxmlformats.org/officeDocument/2006/relationships" name="Office">
  <a:themeElements>
    <a:clrScheme name="LibreOffice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18a303"/>
      </a:accent1>
      <a:accent2>
        <a:srgbClr val="0369a3"/>
      </a:accent2>
      <a:accent3>
        <a:srgbClr val="a33e03"/>
      </a:accent3>
      <a:accent4>
        <a:srgbClr val="8e03a3"/>
      </a:accent4>
      <a:accent5>
        <a:srgbClr val="c99c00"/>
      </a:accent5>
      <a:accent6>
        <a:srgbClr val="c9211e"/>
      </a:accent6>
      <a:hlink>
        <a:srgbClr val="0000ee"/>
      </a:hlink>
      <a:folHlink>
        <a:srgbClr val="551a8b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ppt/theme/theme7.xml><?xml version="1.0" encoding="utf-8"?>
<a:theme xmlns:a="http://schemas.openxmlformats.org/drawingml/2006/main" xmlns:r="http://schemas.openxmlformats.org/officeDocument/2006/relationships" name="Office">
  <a:themeElements>
    <a:clrScheme name="LibreOffice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18a303"/>
      </a:accent1>
      <a:accent2>
        <a:srgbClr val="0369a3"/>
      </a:accent2>
      <a:accent3>
        <a:srgbClr val="a33e03"/>
      </a:accent3>
      <a:accent4>
        <a:srgbClr val="8e03a3"/>
      </a:accent4>
      <a:accent5>
        <a:srgbClr val="c99c00"/>
      </a:accent5>
      <a:accent6>
        <a:srgbClr val="c9211e"/>
      </a:accent6>
      <a:hlink>
        <a:srgbClr val="0000ee"/>
      </a:hlink>
      <a:folHlink>
        <a:srgbClr val="551a8b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ppt/theme/theme8.xml><?xml version="1.0" encoding="utf-8"?>
<a:theme xmlns:a="http://schemas.openxmlformats.org/drawingml/2006/main" xmlns:r="http://schemas.openxmlformats.org/officeDocument/2006/relationships" name="Office">
  <a:themeElements>
    <a:clrScheme name="LibreOffice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18a303"/>
      </a:accent1>
      <a:accent2>
        <a:srgbClr val="0369a3"/>
      </a:accent2>
      <a:accent3>
        <a:srgbClr val="a33e03"/>
      </a:accent3>
      <a:accent4>
        <a:srgbClr val="8e03a3"/>
      </a:accent4>
      <a:accent5>
        <a:srgbClr val="c99c00"/>
      </a:accent5>
      <a:accent6>
        <a:srgbClr val="c9211e"/>
      </a:accent6>
      <a:hlink>
        <a:srgbClr val="0000ee"/>
      </a:hlink>
      <a:folHlink>
        <a:srgbClr val="551a8b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ppt/theme/theme9.xml><?xml version="1.0" encoding="utf-8"?>
<a:theme xmlns:a="http://schemas.openxmlformats.org/drawingml/2006/main" xmlns:r="http://schemas.openxmlformats.org/officeDocument/2006/relationships" name="Office Theme">
  <a:themeElements>
    <a:clrScheme name="LibreOffice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18a303"/>
      </a:accent1>
      <a:accent2>
        <a:srgbClr val="0369a3"/>
      </a:accent2>
      <a:accent3>
        <a:srgbClr val="a33e03"/>
      </a:accent3>
      <a:accent4>
        <a:srgbClr val="8e03a3"/>
      </a:accent4>
      <a:accent5>
        <a:srgbClr val="c99c00"/>
      </a:accent5>
      <a:accent6>
        <a:srgbClr val="c9211e"/>
      </a:accent6>
      <a:hlink>
        <a:srgbClr val="0000ee"/>
      </a:hlink>
      <a:folHlink>
        <a:srgbClr val="551a8b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342</TotalTime>
  <Application>LibreOffice/24.2.7.2$Linux_X86_64 LibreOffice_project/420$Build-2</Application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2017-06-05T11:59:55Z</dcterms:created>
  <dc:creator>savita</dc:creator>
  <dc:description/>
  <dc:language>en-US</dc:language>
  <cp:lastModifiedBy>Vaishali Mangrulkar</cp:lastModifiedBy>
  <dcterms:modified xsi:type="dcterms:W3CDTF">2024-03-27T09:43:52Z</dcterms:modified>
  <cp:revision>78</cp:revision>
  <dc:subject/>
  <dc:title>PROJECT TOPIC SELECTION</dc:title>
</cp:coreProperties>
</file>